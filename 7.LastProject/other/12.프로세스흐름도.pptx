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69" r:id="rId5"/>
    <p:sldId id="270" r:id="rId6"/>
    <p:sldId id="271" r:id="rId7"/>
    <p:sldId id="272" r:id="rId8"/>
    <p:sldId id="273" r:id="rId9"/>
    <p:sldId id="274" r:id="rId10"/>
  </p:sldIdLst>
  <p:sldSz cx="9144000" cy="5143500" type="screen16x9"/>
  <p:notesSz cx="6858000" cy="9144000"/>
  <p:defaultTextStyle>
    <a:defPPr>
      <a:defRPr lang="ko-KR"/>
    </a:defPPr>
    <a:lvl1pPr marL="0" algn="l" defTabSz="779252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389626" algn="l" defTabSz="779252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779252" algn="l" defTabSz="779252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168878" algn="l" defTabSz="779252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1558503" algn="l" defTabSz="779252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1948129" algn="l" defTabSz="779252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2337755" algn="l" defTabSz="779252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2727381" algn="l" defTabSz="779252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3117007" algn="l" defTabSz="779252" rtl="0" eaLnBrk="1" latinLnBrk="1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7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pos="5290">
          <p15:clr>
            <a:srgbClr val="A4A3A4"/>
          </p15:clr>
        </p15:guide>
        <p15:guide id="2" orient="horz" pos="287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38F972D-3A02-497A-9D08-DF27CF173CB4}" styleName="Generic Style 1- Body/Background Dark Color 1">
    <a:tblBg>
      <a:fillRef idx="2">
        <a:schemeClr val="dk1"/>
      </a:fillRef>
      <a:effectRef idx="2">
        <a:schemeClr val="dk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lt1"/>
            </a:lnRef>
          </a:left>
          <a:right>
            <a:lnRef idx="1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Ref idx="1">
              <a:schemeClr val="lt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dk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lt1"/>
            </a:lnRef>
          </a:top>
          <a:bottom>
            <a:lnRef idx="1">
              <a:schemeClr val="lt1"/>
            </a:lnRef>
          </a:bottom>
        </a:tcBdr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lt1"/>
            </a:lnRef>
          </a:left>
          <a:right>
            <a:lnRef idx="1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lt1"/>
            </a:lnRef>
          </a:left>
          <a:right>
            <a:lnRef idx="2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lt1"/>
            </a:lnRef>
          </a:left>
          <a:right>
            <a:lnRef idx="1">
              <a:schemeClr val="lt1"/>
            </a:lnRef>
          </a:right>
          <a:top>
            <a:lnRef idx="2">
              <a:schemeClr val="l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3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gradFill rotWithShape="1">
            <a:gsLst>
              <a:gs pos="0">
                <a:schemeClr val="dk1">
                  <a:shade val="61000"/>
                  <a:satMod val="130000"/>
                </a:schemeClr>
              </a:gs>
              <a:gs pos="50000">
                <a:schemeClr val="dk1">
                  <a:shade val="93000"/>
                  <a:satMod val="130000"/>
                </a:schemeClr>
              </a:gs>
              <a:gs pos="100000">
                <a:schemeClr val="dk1">
                  <a:shade val="99000"/>
                  <a:satMod val="135000"/>
                </a:schemeClr>
              </a:gs>
            </a:gsLst>
            <a:lin ang="16200000" scaled="0"/>
          </a:gra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65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78" y="900"/>
      </p:cViewPr>
      <p:guideLst>
        <p:guide orient="horz" pos="1617"/>
        <p:guide pos="2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25" d="100"/>
          <a:sy n="125" d="100"/>
        </p:scale>
        <p:origin x="-4932" y="-102"/>
      </p:cViewPr>
      <p:guideLst>
        <p:guide pos="5290"/>
        <p:guide orient="horz" pos="2878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180D3A79-1F12-44DC-910C-DE78909CA5B0}" type="datetime1">
              <a:rPr lang="ko-KR" altLang="en-US"/>
              <a:pPr lvl="0">
                <a:defRPr lang="ko-KR" altLang="en-US"/>
              </a:pPr>
              <a:t>2022-01-05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1B35B793-74DE-43B1-B9D3-F22A9F4BB436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93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D7C46F0B-B2D3-4C76-95E5-1874D06E050D}" type="datetime1">
              <a:rPr lang="ko-KR" altLang="en-US"/>
              <a:pPr lvl="0">
                <a:defRPr lang="ko-KR" altLang="en-US"/>
              </a:pPr>
              <a:t>2022-01-05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7035" cy="3086735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6862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 sz="1500" b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530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930" y="8685530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2001A00C-B843-4881-8936-61286A99C619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79252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389626" algn="l" defTabSz="779252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779252" algn="l" defTabSz="779252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168878" algn="l" defTabSz="779252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558503" algn="l" defTabSz="779252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948129" algn="l" defTabSz="779252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337755" algn="l" defTabSz="779252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727381" algn="l" defTabSz="779252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117007" algn="l" defTabSz="779252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datetime1">
              <a:rPr lang="ko-KR" altLang="en-US" sz="1200" b="0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69720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2022-01-05</a:t>
            </a:fld>
            <a:endParaRPr lang="ko-KR" altLang="en-US" sz="1200" b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670" cy="41160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slidenum">
              <a:rPr lang="en-US" altLang="ko-KR" sz="1200" b="0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69720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3</a:t>
            </a:fld>
            <a:endParaRPr lang="en-US" altLang="ko-KR" sz="1200" b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datetime1">
              <a:rPr lang="ko-KR" altLang="en-US" sz="1200" b="0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69720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2022-01-05</a:t>
            </a:fld>
            <a:endParaRPr lang="ko-KR" altLang="en-US" sz="1200" b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670" cy="41160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slidenum">
              <a:rPr lang="en-US" altLang="ko-KR" sz="1200" b="0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69720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4</a:t>
            </a:fld>
            <a:endParaRPr lang="en-US" altLang="ko-KR" sz="1200" b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654337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datetime1">
              <a:rPr lang="ko-KR" altLang="en-US" sz="1200" b="0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69720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2022-01-05</a:t>
            </a:fld>
            <a:endParaRPr lang="ko-KR" altLang="en-US" sz="1200" b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670" cy="41160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slidenum">
              <a:rPr lang="en-US" altLang="ko-KR" sz="1200" b="0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69720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5</a:t>
            </a:fld>
            <a:endParaRPr lang="en-US" altLang="ko-KR" sz="1200" b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948996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datetime1">
              <a:rPr lang="ko-KR" altLang="en-US" sz="1200" b="0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69720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2022-01-05</a:t>
            </a:fld>
            <a:endParaRPr lang="ko-KR" altLang="en-US" sz="1200" b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670" cy="41160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slidenum">
              <a:rPr lang="en-US" altLang="ko-KR" sz="1200" b="0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69720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6</a:t>
            </a:fld>
            <a:endParaRPr lang="en-US" altLang="ko-KR" sz="1200" b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51828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datetime1">
              <a:rPr lang="ko-KR" altLang="en-US" sz="1200" b="0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69720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2022-01-05</a:t>
            </a:fld>
            <a:endParaRPr lang="ko-KR" altLang="en-US" sz="1200" b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670" cy="41160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slidenum">
              <a:rPr lang="en-US" altLang="ko-KR" sz="1200" b="0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69720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7</a:t>
            </a:fld>
            <a:endParaRPr lang="en-US" altLang="ko-KR" sz="1200" b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1527460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datetime1">
              <a:rPr lang="ko-KR" altLang="en-US" sz="1200" b="0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69720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2022-01-05</a:t>
            </a:fld>
            <a:endParaRPr lang="ko-KR" altLang="en-US" sz="1200" b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670" cy="41160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slidenum">
              <a:rPr lang="en-US" altLang="ko-KR" sz="1200" b="0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69720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8</a:t>
            </a:fld>
            <a:endParaRPr lang="en-US" altLang="ko-KR" sz="1200" b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9009246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갤체 틀 1"/>
          <p:cNvSpPr txBox="1">
            <a:spLocks noGrp="1"/>
          </p:cNvSpPr>
          <p:nvPr>
            <p:ph type="hdr"/>
          </p:nvPr>
        </p:nvSpPr>
        <p:spPr>
          <a:xfrm>
            <a:off x="0" y="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 txBox="1">
            <a:spLocks noGrp="1"/>
          </p:cNvSpPr>
          <p:nvPr>
            <p:ph type="dt" idx="1"/>
          </p:nvPr>
        </p:nvSpPr>
        <p:spPr>
          <a:xfrm>
            <a:off x="3884930" y="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r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datetime1">
              <a:rPr lang="ko-KR" altLang="en-US" sz="1200" b="0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69720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2022-01-05</a:t>
            </a:fld>
            <a:endParaRPr lang="ko-KR" altLang="en-US" sz="1200" b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4" name="온라인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5" name="텍스트 개체 틀 4"/>
          <p:cNvSpPr txBox="1">
            <a:spLocks noGrp="1"/>
          </p:cNvSpPr>
          <p:nvPr>
            <p:ph type="body" idx="3"/>
          </p:nvPr>
        </p:nvSpPr>
        <p:spPr>
          <a:xfrm>
            <a:off x="685800" y="4343400"/>
            <a:ext cx="5487670" cy="4116070"/>
          </a:xfrm>
          <a:prstGeom prst="rect">
            <a:avLst/>
          </a:prstGeom>
        </p:spPr>
        <p:txBody>
          <a:bodyPr vert="horz" wrap="square" lIns="91440" tIns="45720" rIns="91440" bIns="45720" anchor="t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6" name="바닥글 개체 틀 5"/>
          <p:cNvSpPr txBox="1">
            <a:spLocks noGrp="1"/>
          </p:cNvSpPr>
          <p:nvPr>
            <p:ph type="ftr" idx="4"/>
          </p:nvPr>
        </p:nvSpPr>
        <p:spPr>
          <a:xfrm>
            <a:off x="0" y="868553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l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3884930" y="8685530"/>
            <a:ext cx="2973070" cy="458470"/>
          </a:xfrm>
          <a:prstGeom prst="rect">
            <a:avLst/>
          </a:prstGeom>
        </p:spPr>
        <p:txBody>
          <a:bodyPr vert="horz" wrap="square" lIns="91440" tIns="45720" rIns="91440" bIns="45720" anchor="b">
            <a:noAutofit/>
          </a:bodyPr>
          <a:lstStyle/>
          <a:p>
            <a:pPr marL="0" indent="0" algn="r" defTabSz="697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fld id="{B9320F77-B9A0-41C5-862A-B4B631284C64}" type="slidenum">
              <a:rPr lang="en-US" altLang="ko-KR" sz="1200" b="0">
                <a:solidFill>
                  <a:schemeClr val="tx1"/>
                </a:solidFill>
                <a:latin typeface="맑은 고딕"/>
                <a:ea typeface="맑은 고딕"/>
              </a:rPr>
              <a:pPr marL="0" indent="0" algn="r" defTabSz="69720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ko-KR" altLang="en-US"/>
              </a:pPr>
              <a:t>9</a:t>
            </a:fld>
            <a:endParaRPr lang="en-US" altLang="ko-KR" sz="1200" b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93532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>
            <a:spLocks/>
          </p:cNvSpPr>
          <p:nvPr userDrawn="1"/>
        </p:nvSpPr>
        <p:spPr>
          <a:xfrm>
            <a:off x="0" y="0"/>
            <a:ext cx="9144635" cy="5144135"/>
          </a:xfrm>
          <a:prstGeom prst="rect">
            <a:avLst/>
          </a:prstGeom>
          <a:solidFill>
            <a:srgbClr val="4DACF3"/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78105" tIns="38735" rIns="78105" bIns="38735" numCol="1" anchor="ctr">
            <a:noAutofit/>
          </a:bodyPr>
          <a:lstStyle/>
          <a:p>
            <a:pPr marL="0" indent="0" algn="ctr" defTabSz="779145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500" b="0" strike="noStrike" cap="none" dirty="0">
              <a:latin typeface="맑은 고딕" charset="0"/>
              <a:ea typeface="맑은 고딕" charset="0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32740" y="668655"/>
            <a:ext cx="1830705" cy="635"/>
          </a:xfrm>
          <a:prstGeom prst="line">
            <a:avLst/>
          </a:prstGeom>
          <a:ln w="28575" cap="flat" cmpd="sng">
            <a:solidFill>
              <a:schemeClr val="bg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332740" y="2766695"/>
            <a:ext cx="1830705" cy="635"/>
          </a:xfrm>
          <a:prstGeom prst="line">
            <a:avLst/>
          </a:prstGeom>
          <a:ln w="28575" cap="flat" cmpd="sng">
            <a:solidFill>
              <a:schemeClr val="bg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날짜 개체 틀 9"/>
          <p:cNvSpPr txBox="1">
            <a:spLocks noGrp="1"/>
          </p:cNvSpPr>
          <p:nvPr>
            <p:ph type="dt"/>
          </p:nvPr>
        </p:nvSpPr>
        <p:spPr>
          <a:xfrm>
            <a:off x="457200" y="4767580"/>
            <a:ext cx="2134870" cy="27495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en-US" altLang="ko-KR" sz="1000" b="0" strike="noStrike" cap="none" dirty="0" smtClean="0">
                <a:solidFill>
                  <a:schemeClr val="bg1">
                    <a:lumMod val="95000"/>
                    <a:lumOff val="0"/>
                  </a:schemeClr>
                </a:solidFill>
                <a:latin typeface="Arial" charset="0"/>
                <a:ea typeface="Arial" charset="0"/>
              </a:rPr>
              <a:t>1/5/2022</a:t>
            </a:fld>
            <a:endParaRPr lang="ko-KR" altLang="en-US" sz="1000" b="0" strike="noStrike" cap="none" dirty="0">
              <a:solidFill>
                <a:schemeClr val="bg1">
                  <a:lumMod val="95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  <p:sp>
        <p:nvSpPr>
          <p:cNvPr id="10" name="바닥글 개체 틀 10"/>
          <p:cNvSpPr txBox="1">
            <a:spLocks noGrp="1"/>
          </p:cNvSpPr>
          <p:nvPr>
            <p:ph type="ftr"/>
          </p:nvPr>
        </p:nvSpPr>
        <p:spPr>
          <a:xfrm>
            <a:off x="3124200" y="4767580"/>
            <a:ext cx="2896870" cy="27495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000" b="0" strike="noStrike" cap="none" dirty="0">
                <a:solidFill>
                  <a:schemeClr val="bg1">
                    <a:lumMod val="95000"/>
                    <a:lumOff val="0"/>
                  </a:schemeClr>
                </a:solidFill>
                <a:latin typeface="Arial" charset="0"/>
                <a:ea typeface="Arial" charset="0"/>
              </a:rPr>
              <a:t>바닥글</a:t>
            </a:r>
            <a:endParaRPr lang="ko-KR" altLang="en-US" sz="1000" b="0" strike="noStrike" cap="none" dirty="0">
              <a:solidFill>
                <a:schemeClr val="bg1">
                  <a:lumMod val="95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  <p:sp>
        <p:nvSpPr>
          <p:cNvPr id="11" name="슬라이드 번호 개체 틀 11"/>
          <p:cNvSpPr txBox="1">
            <a:spLocks noGrp="1"/>
          </p:cNvSpPr>
          <p:nvPr>
            <p:ph type="sldNum" idx="12"/>
          </p:nvPr>
        </p:nvSpPr>
        <p:spPr>
          <a:xfrm>
            <a:off x="6553200" y="4767580"/>
            <a:ext cx="2134870" cy="27495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r" defTabSz="9144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000" b="0" strike="noStrike" cap="none" dirty="0" smtClean="0">
                <a:solidFill>
                  <a:schemeClr val="bg1">
                    <a:lumMod val="95000"/>
                    <a:lumOff val="0"/>
                  </a:schemeClr>
                </a:solidFill>
                <a:latin typeface="Arial" charset="0"/>
                <a:ea typeface="Arial" charset="0"/>
              </a:rPr>
              <a:t>‹#›</a:t>
            </a:fld>
            <a:endParaRPr lang="ko-KR" altLang="en-US" sz="1000" b="0" strike="noStrike" cap="none" dirty="0">
              <a:solidFill>
                <a:schemeClr val="bg1">
                  <a:lumMod val="95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  <p:sp>
        <p:nvSpPr>
          <p:cNvPr id="16" name="Text Placeholder 16"/>
          <p:cNvSpPr txBox="1">
            <a:spLocks noGrp="1"/>
          </p:cNvSpPr>
          <p:nvPr>
            <p:ph type="ctrTitle"/>
          </p:nvPr>
        </p:nvSpPr>
        <p:spPr>
          <a:xfrm>
            <a:off x="273050" y="934085"/>
            <a:ext cx="4398645" cy="115760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779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3900" b="1" strike="noStrike" cap="none" dirty="0">
                <a:solidFill>
                  <a:schemeClr val="bg1"/>
                </a:solidFill>
                <a:latin typeface="Arial" charset="0"/>
                <a:ea typeface="Arial" charset="0"/>
              </a:rPr>
              <a:t>마스터 제목 스타일 편집</a:t>
            </a:r>
            <a:endParaRPr lang="ko-KR" altLang="en-US" sz="3900" b="1" strike="noStrike" cap="none" dirty="0">
              <a:solidFill>
                <a:schemeClr val="bg1"/>
              </a:solidFill>
              <a:latin typeface="Arial" charset="0"/>
              <a:ea typeface="Arial" charset="0"/>
            </a:endParaRPr>
          </a:p>
        </p:txBody>
      </p:sp>
      <p:sp>
        <p:nvSpPr>
          <p:cNvPr id="17" name="Subtitle 17"/>
          <p:cNvSpPr txBox="1">
            <a:spLocks noGrp="1"/>
          </p:cNvSpPr>
          <p:nvPr>
            <p:ph type="subTitle" hasCustomPrompt="1"/>
          </p:nvPr>
        </p:nvSpPr>
        <p:spPr>
          <a:xfrm>
            <a:off x="273050" y="2304415"/>
            <a:ext cx="2313940" cy="33528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0" indent="0" algn="l" defTabSz="779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900" b="0" strike="noStrike" cap="none" dirty="0">
                <a:solidFill>
                  <a:srgbClr val="D5EAFB"/>
                </a:solidFill>
                <a:latin typeface="Arial" charset="0"/>
                <a:ea typeface="Arial" charset="0"/>
              </a:rPr>
              <a:t>마스터 텍스트 스타일을 편집합니다.</a:t>
            </a:r>
            <a:endParaRPr lang="ko-KR" altLang="en-US" sz="900" b="0" strike="noStrike" cap="none" dirty="0">
              <a:solidFill>
                <a:srgbClr val="D5EAFB"/>
              </a:solidFill>
              <a:latin typeface="Arial" charset="0"/>
              <a:ea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838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>
            <a:spLocks/>
          </p:cNvSpPr>
          <p:nvPr userDrawn="1"/>
        </p:nvSpPr>
        <p:spPr>
          <a:xfrm>
            <a:off x="0" y="-16510"/>
            <a:ext cx="9144635" cy="260350"/>
          </a:xfrm>
          <a:prstGeom prst="rect">
            <a:avLst/>
          </a:prstGeom>
          <a:solidFill>
            <a:srgbClr val="4DACF3"/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78105" tIns="38735" rIns="78105" bIns="38735" numCol="1" anchor="ctr">
            <a:noAutofit/>
          </a:bodyPr>
          <a:lstStyle/>
          <a:p>
            <a:pPr marL="0" indent="0" algn="ctr" defTabSz="779145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500" b="0" strike="noStrike" cap="none" dirty="0">
              <a:latin typeface="맑은 고딕" charset="0"/>
              <a:ea typeface="맑은 고딕" charset="0"/>
            </a:endParaRPr>
          </a:p>
        </p:txBody>
      </p:sp>
      <p:sp>
        <p:nvSpPr>
          <p:cNvPr id="2049" name="제목 2048"/>
          <p:cNvSpPr txBox="1">
            <a:spLocks noGrp="1"/>
          </p:cNvSpPr>
          <p:nvPr>
            <p:ph type="title"/>
          </p:nvPr>
        </p:nvSpPr>
        <p:spPr>
          <a:xfrm>
            <a:off x="344170" y="-3175"/>
            <a:ext cx="2865755" cy="263525"/>
          </a:xfrm>
          <a:prstGeom prst="rect">
            <a:avLst/>
          </a:prstGeom>
        </p:spPr>
        <p:txBody>
          <a:bodyPr vert="horz" wrap="square" lIns="78105" tIns="38735" rIns="78105" bIns="38735" numCol="1" anchor="ctr">
            <a:normAutofit/>
          </a:bodyPr>
          <a:lstStyle/>
          <a:p>
            <a:pPr marL="0" indent="0" algn="l" defTabSz="779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200" b="1" strike="noStrike" cap="none" dirty="0">
                <a:solidFill>
                  <a:schemeClr val="bg1"/>
                </a:solidFill>
                <a:latin typeface="Arial" charset="0"/>
                <a:ea typeface="Arial" charset="0"/>
              </a:rPr>
              <a:t>마스터 제목 스타일 편집</a:t>
            </a:r>
            <a:endParaRPr lang="ko-KR" altLang="en-US" sz="1200" b="1" strike="noStrike" cap="none" dirty="0">
              <a:solidFill>
                <a:schemeClr val="bg1"/>
              </a:solidFill>
              <a:latin typeface="Arial" charset="0"/>
              <a:ea typeface="Arial" charset="0"/>
            </a:endParaRPr>
          </a:p>
        </p:txBody>
      </p:sp>
      <p:sp>
        <p:nvSpPr>
          <p:cNvPr id="5" name="타원 4"/>
          <p:cNvSpPr>
            <a:spLocks/>
          </p:cNvSpPr>
          <p:nvPr userDrawn="1"/>
        </p:nvSpPr>
        <p:spPr>
          <a:xfrm>
            <a:off x="222885" y="64770"/>
            <a:ext cx="108585" cy="108585"/>
          </a:xfrm>
          <a:prstGeom prst="ellipse">
            <a:avLst/>
          </a:prstGeom>
          <a:solidFill>
            <a:schemeClr val="bg1"/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779145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500" b="0" strike="noStrike" cap="none" dirty="0">
              <a:latin typeface="맑은 고딕" charset="0"/>
              <a:ea typeface="맑은 고딕" charset="0"/>
            </a:endParaRPr>
          </a:p>
        </p:txBody>
      </p:sp>
      <p:sp>
        <p:nvSpPr>
          <p:cNvPr id="2050" name="날짜 개체 틀 2050"/>
          <p:cNvSpPr txBox="1">
            <a:spLocks noGrp="1"/>
          </p:cNvSpPr>
          <p:nvPr>
            <p:ph type="dt"/>
          </p:nvPr>
        </p:nvSpPr>
        <p:spPr>
          <a:xfrm>
            <a:off x="457200" y="4767580"/>
            <a:ext cx="2134870" cy="27495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en-US" altLang="ko-KR" sz="1000" b="0" strike="noStrike" cap="none" dirty="0" smtClean="0">
                <a:solidFill>
                  <a:schemeClr val="bg1">
                    <a:lumMod val="50000"/>
                    <a:lumOff val="0"/>
                  </a:schemeClr>
                </a:solidFill>
                <a:latin typeface="Arial" charset="0"/>
                <a:ea typeface="Arial" charset="0"/>
              </a:rPr>
              <a:t>1/5/2022</a:t>
            </a:fld>
            <a:endParaRPr lang="ko-KR" altLang="en-US" sz="1000" b="0" strike="noStrike" cap="none" dirty="0">
              <a:solidFill>
                <a:schemeClr val="bg1">
                  <a:lumMod val="50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  <p:sp>
        <p:nvSpPr>
          <p:cNvPr id="2051" name="바닥글 개체 틀 2051"/>
          <p:cNvSpPr txBox="1">
            <a:spLocks noGrp="1"/>
          </p:cNvSpPr>
          <p:nvPr>
            <p:ph type="ftr"/>
          </p:nvPr>
        </p:nvSpPr>
        <p:spPr>
          <a:xfrm>
            <a:off x="3124200" y="4767580"/>
            <a:ext cx="2896870" cy="27495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000" b="0" strike="noStrike" cap="none" dirty="0">
                <a:solidFill>
                  <a:schemeClr val="bg1">
                    <a:lumMod val="50000"/>
                    <a:lumOff val="0"/>
                  </a:schemeClr>
                </a:solidFill>
                <a:latin typeface="Arial" charset="0"/>
                <a:ea typeface="Arial" charset="0"/>
              </a:rPr>
              <a:t>바닥글</a:t>
            </a:r>
            <a:endParaRPr lang="ko-KR" altLang="en-US" sz="1000" b="0" strike="noStrike" cap="none" dirty="0">
              <a:solidFill>
                <a:schemeClr val="bg1">
                  <a:lumMod val="50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  <p:sp>
        <p:nvSpPr>
          <p:cNvPr id="2052" name="슬라이드 번호 개체 틀 2052"/>
          <p:cNvSpPr txBox="1">
            <a:spLocks noGrp="1"/>
          </p:cNvSpPr>
          <p:nvPr>
            <p:ph type="sldNum" idx="12"/>
          </p:nvPr>
        </p:nvSpPr>
        <p:spPr>
          <a:xfrm>
            <a:off x="6553200" y="4767580"/>
            <a:ext cx="2134870" cy="27495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r" defTabSz="9144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000" b="0" strike="noStrike" cap="none" dirty="0" smtClean="0">
                <a:solidFill>
                  <a:schemeClr val="bg1">
                    <a:lumMod val="50000"/>
                    <a:lumOff val="0"/>
                  </a:schemeClr>
                </a:solidFill>
                <a:latin typeface="Arial" charset="0"/>
                <a:ea typeface="Arial" charset="0"/>
              </a:rPr>
              <a:t>‹#›</a:t>
            </a:fld>
            <a:endParaRPr lang="ko-KR" altLang="en-US" sz="1000" b="0" strike="noStrike" cap="none" dirty="0">
              <a:solidFill>
                <a:schemeClr val="bg1">
                  <a:lumMod val="50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  <p:sp>
        <p:nvSpPr>
          <p:cNvPr id="2055" name="Subtitle 2055"/>
          <p:cNvSpPr txBox="1">
            <a:spLocks noGrp="1"/>
          </p:cNvSpPr>
          <p:nvPr>
            <p:ph type="subTitle" hasCustomPrompt="1"/>
          </p:nvPr>
        </p:nvSpPr>
        <p:spPr>
          <a:xfrm>
            <a:off x="479425" y="795655"/>
            <a:ext cx="8366760" cy="49847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0" indent="0" algn="l" defTabSz="914400" fontAlgn="auto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Tx/>
              <a:buNone/>
            </a:pPr>
            <a:r>
              <a:rPr lang="en-US" altLang="ko-KR" sz="900" b="0" strike="noStrike" cap="none" dirty="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</a:rPr>
              <a:t>마스터 텍스트 스타일을 편집합니다.</a:t>
            </a:r>
            <a:endParaRPr lang="ko-KR" altLang="en-US" sz="900" b="0" strike="noStrike" cap="none" dirty="0">
              <a:solidFill>
                <a:schemeClr val="bg1">
                  <a:lumMod val="50000"/>
                </a:schemeClr>
              </a:solidFill>
              <a:latin typeface="Arial" charset="0"/>
              <a:ea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027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048"/>
          <p:cNvSpPr txBox="1">
            <a:spLocks noGrp="1"/>
          </p:cNvSpPr>
          <p:nvPr>
            <p:ph type="title" hasCustomPrompt="1"/>
          </p:nvPr>
        </p:nvSpPr>
        <p:spPr>
          <a:xfrm>
            <a:off x="235585" y="1360170"/>
            <a:ext cx="8496300" cy="937895"/>
          </a:xfrm>
          <a:prstGeom prst="rect">
            <a:avLst/>
          </a:prstGeom>
        </p:spPr>
        <p:txBody>
          <a:bodyPr vert="horz" wrap="square" lIns="78105" tIns="38735" rIns="78105" bIns="38735" numCol="1" anchor="t">
            <a:noAutofit/>
          </a:bodyPr>
          <a:lstStyle/>
          <a:p>
            <a:pPr marL="0" indent="0" algn="l" defTabSz="77914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4300" b="1" strike="noStrike" cap="none" dirty="0">
                <a:solidFill>
                  <a:srgbClr val="4DACF3"/>
                </a:solidFill>
                <a:latin typeface="맑은 고딕" charset="0"/>
                <a:ea typeface="맑은 고딕" charset="0"/>
              </a:rPr>
              <a:t>Thank you.</a:t>
            </a:r>
            <a:endParaRPr lang="ko-KR" altLang="en-US" sz="4300" b="1" strike="noStrike" cap="none" dirty="0">
              <a:solidFill>
                <a:srgbClr val="4DACF3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332740" y="668655"/>
            <a:ext cx="1830705" cy="635"/>
          </a:xfrm>
          <a:prstGeom prst="line">
            <a:avLst/>
          </a:prstGeom>
          <a:ln w="28575" cap="flat" cmpd="sng">
            <a:solidFill>
              <a:srgbClr val="4DACF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332740" y="2766695"/>
            <a:ext cx="1830705" cy="635"/>
          </a:xfrm>
          <a:prstGeom prst="line">
            <a:avLst/>
          </a:prstGeom>
          <a:ln w="28575" cap="flat" cmpd="sng">
            <a:solidFill>
              <a:srgbClr val="4DACF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날짜 개체 틀 12"/>
          <p:cNvSpPr txBox="1">
            <a:spLocks noGrp="1"/>
          </p:cNvSpPr>
          <p:nvPr>
            <p:ph type="dt"/>
          </p:nvPr>
        </p:nvSpPr>
        <p:spPr>
          <a:xfrm>
            <a:off x="457200" y="4767580"/>
            <a:ext cx="2134870" cy="27495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l" defTabSz="9144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en-US" altLang="ko-KR" sz="1000" b="0" strike="noStrike" cap="none" dirty="0" smtClean="0">
                <a:solidFill>
                  <a:schemeClr val="bg1">
                    <a:lumMod val="50000"/>
                    <a:lumOff val="0"/>
                  </a:schemeClr>
                </a:solidFill>
                <a:latin typeface="Arial" charset="0"/>
                <a:ea typeface="Arial" charset="0"/>
              </a:rPr>
              <a:t>1/5/2022</a:t>
            </a:fld>
            <a:endParaRPr lang="ko-KR" altLang="en-US" sz="1000" b="0" strike="noStrike" cap="none" dirty="0">
              <a:solidFill>
                <a:schemeClr val="bg1">
                  <a:lumMod val="50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  <p:sp>
        <p:nvSpPr>
          <p:cNvPr id="13" name="바닥글 개체 틀 13"/>
          <p:cNvSpPr txBox="1">
            <a:spLocks noGrp="1"/>
          </p:cNvSpPr>
          <p:nvPr>
            <p:ph type="ftr"/>
          </p:nvPr>
        </p:nvSpPr>
        <p:spPr>
          <a:xfrm>
            <a:off x="3124200" y="4767580"/>
            <a:ext cx="2896870" cy="27495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defTabSz="9144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000" b="0" strike="noStrike" cap="none" dirty="0">
                <a:solidFill>
                  <a:schemeClr val="bg1">
                    <a:lumMod val="50000"/>
                    <a:lumOff val="0"/>
                  </a:schemeClr>
                </a:solidFill>
                <a:latin typeface="Arial" charset="0"/>
                <a:ea typeface="Arial" charset="0"/>
              </a:rPr>
              <a:t>바닥글</a:t>
            </a:r>
            <a:endParaRPr lang="ko-KR" altLang="en-US" sz="1000" b="0" strike="noStrike" cap="none" dirty="0">
              <a:solidFill>
                <a:schemeClr val="bg1">
                  <a:lumMod val="50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  <p:sp>
        <p:nvSpPr>
          <p:cNvPr id="14" name="슬라이드 번호 개체 틀 14"/>
          <p:cNvSpPr txBox="1">
            <a:spLocks noGrp="1"/>
          </p:cNvSpPr>
          <p:nvPr>
            <p:ph type="sldNum" idx="12"/>
          </p:nvPr>
        </p:nvSpPr>
        <p:spPr>
          <a:xfrm>
            <a:off x="6553200" y="4767580"/>
            <a:ext cx="2134870" cy="27495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Autofit/>
          </a:bodyPr>
          <a:lstStyle/>
          <a:p>
            <a:pPr marL="0" indent="0" algn="r" defTabSz="9144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000" b="0" strike="noStrike" cap="none" dirty="0" smtClean="0">
                <a:solidFill>
                  <a:schemeClr val="bg1">
                    <a:lumMod val="50000"/>
                    <a:lumOff val="0"/>
                  </a:schemeClr>
                </a:solidFill>
                <a:latin typeface="Arial" charset="0"/>
                <a:ea typeface="Arial" charset="0"/>
              </a:rPr>
              <a:t>‹#›</a:t>
            </a:fld>
            <a:endParaRPr lang="ko-KR" altLang="en-US" sz="1000" b="0" strike="noStrike" cap="none" dirty="0">
              <a:solidFill>
                <a:schemeClr val="bg1">
                  <a:lumMod val="50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222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1"/>
          <p:cNvSpPr txBox="1">
            <a:spLocks noGrp="1"/>
          </p:cNvSpPr>
          <p:nvPr>
            <p:ph type="dt"/>
          </p:nvPr>
        </p:nvSpPr>
        <p:spPr>
          <a:xfrm>
            <a:off x="457200" y="4697730"/>
            <a:ext cx="1830070" cy="34417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l" defTabSz="5080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datetime1">
              <a:rPr lang="ko-KR" altLang="en-US" sz="900" b="0" strike="noStrike" cap="none" dirty="0" smtClean="0">
                <a:solidFill>
                  <a:srgbClr val="898989"/>
                </a:solidFill>
                <a:latin typeface="Times New Roman" charset="0"/>
                <a:ea typeface="Times New Roman" charset="0"/>
              </a:rPr>
              <a:t>2022-01-05</a:t>
            </a:fld>
            <a:endParaRPr lang="ko-KR" altLang="en-US" sz="900" b="0" strike="noStrike" cap="none" dirty="0">
              <a:solidFill>
                <a:srgbClr val="898989"/>
              </a:solidFill>
              <a:latin typeface="Times New Roman" charset="0"/>
              <a:ea typeface="Times New Roman" charset="0"/>
            </a:endParaRPr>
          </a:p>
        </p:txBody>
      </p:sp>
      <p:sp>
        <p:nvSpPr>
          <p:cNvPr id="2" name="Footer Placeholder 1"/>
          <p:cNvSpPr txBox="1">
            <a:spLocks noGrp="1"/>
          </p:cNvSpPr>
          <p:nvPr>
            <p:ph type="ftr"/>
          </p:nvPr>
        </p:nvSpPr>
        <p:spPr>
          <a:xfrm>
            <a:off x="3200400" y="4697730"/>
            <a:ext cx="2744470" cy="34417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ctr" defTabSz="5080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900" b="0" strike="noStrike" cap="none" dirty="0">
                <a:solidFill>
                  <a:srgbClr val="898989"/>
                </a:solidFill>
                <a:latin typeface="Times New Roman" charset="0"/>
                <a:ea typeface="Times New Roman" charset="0"/>
              </a:rPr>
              <a:t>바닥글</a:t>
            </a:r>
            <a:endParaRPr lang="ko-KR" altLang="en-US" sz="900" b="0" strike="noStrike" cap="none" dirty="0">
              <a:solidFill>
                <a:srgbClr val="898989"/>
              </a:solidFill>
              <a:latin typeface="Times New Roman" charset="0"/>
              <a:ea typeface="Times New Roman" charset="0"/>
            </a:endParaRPr>
          </a:p>
        </p:txBody>
      </p:sp>
      <p:sp>
        <p:nvSpPr>
          <p:cNvPr id="3" name="Slide Number Placeholder 1"/>
          <p:cNvSpPr txBox="1">
            <a:spLocks noGrp="1"/>
          </p:cNvSpPr>
          <p:nvPr>
            <p:ph type="sldNum" idx="12"/>
          </p:nvPr>
        </p:nvSpPr>
        <p:spPr>
          <a:xfrm>
            <a:off x="6858000" y="4697730"/>
            <a:ext cx="1830070" cy="34417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algn="r" defTabSz="5080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900" b="0" strike="noStrike" cap="none" dirty="0" smtClean="0">
                <a:solidFill>
                  <a:srgbClr val="898989"/>
                </a:solidFill>
                <a:latin typeface="Times New Roman" charset="0"/>
                <a:ea typeface="Times New Roman" charset="0"/>
              </a:rPr>
              <a:t>‹#›</a:t>
            </a:fld>
            <a:endParaRPr lang="ko-KR" altLang="en-US" sz="900" b="0" strike="noStrike" cap="none" dirty="0">
              <a:solidFill>
                <a:srgbClr val="898989"/>
              </a:solidFill>
              <a:latin typeface="Times New Roman" charset="0"/>
              <a:ea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82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</p:sldLayoutIdLst>
  <p:txStyles>
    <p:titleStyle>
      <a:lvl1pPr algn="ctr" defTabSz="779252" rtl="0" eaLnBrk="1" latinLnBrk="1" hangingPunct="1">
        <a:spcBef>
          <a:spcPct val="0"/>
        </a:spcBef>
        <a:buNone/>
        <a:defRPr sz="3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2219" indent="-292219" algn="l" defTabSz="779252" rtl="0" eaLnBrk="1" latinLnBrk="1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33142" indent="-243516" algn="l" defTabSz="779252" rtl="0" eaLnBrk="1" latinLnBrk="1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4065" indent="-194813" algn="l" defTabSz="779252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63690" indent="-194813" algn="l" defTabSz="779252" rtl="0" eaLnBrk="1" latinLnBrk="1" hangingPunct="1">
        <a:spcBef>
          <a:spcPct val="20000"/>
        </a:spcBef>
        <a:buFont typeface="Arial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53316" indent="-194813" algn="l" defTabSz="779252" rtl="0" eaLnBrk="1" latinLnBrk="1" hangingPunct="1">
        <a:spcBef>
          <a:spcPct val="20000"/>
        </a:spcBef>
        <a:buFont typeface="Arial" pitchFamily="34" charset="0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42942" indent="-194813" algn="l" defTabSz="779252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32568" indent="-194813" algn="l" defTabSz="779252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22194" indent="-194813" algn="l" defTabSz="779252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11820" indent="-194813" algn="l" defTabSz="779252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79252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9626" algn="l" defTabSz="779252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79252" algn="l" defTabSz="779252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68878" algn="l" defTabSz="779252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58503" algn="l" defTabSz="779252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48129" algn="l" defTabSz="779252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37755" algn="l" defTabSz="779252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27381" algn="l" defTabSz="779252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17007" algn="l" defTabSz="779252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1799" y="1422400"/>
            <a:ext cx="6600402" cy="1278555"/>
          </a:xfrm>
          <a:prstGeom prst="rect">
            <a:avLst/>
          </a:prstGeom>
          <a:noFill/>
        </p:spPr>
        <p:txBody>
          <a:bodyPr vert="horz" wrap="square" lIns="78105" tIns="38735" rIns="78105" bIns="38735" anchor="t">
            <a:spAutoFit/>
          </a:bodyPr>
          <a:lstStyle/>
          <a:p>
            <a:pPr marL="0" indent="0" algn="l" defTabSz="766875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sz="3900" b="1" dirty="0">
                <a:solidFill>
                  <a:schemeClr val="bg1"/>
                </a:solidFill>
                <a:latin typeface="맑은 고딕"/>
                <a:ea typeface="맑은 고딕"/>
              </a:rPr>
              <a:t>COVID COMPASS</a:t>
            </a:r>
          </a:p>
          <a:p>
            <a:pPr marL="0" indent="0" algn="l" defTabSz="766875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sz="3900" b="1" dirty="0">
                <a:solidFill>
                  <a:schemeClr val="bg1"/>
                </a:solidFill>
                <a:latin typeface="맑은 고딕"/>
                <a:ea typeface="맑은 고딕"/>
              </a:rPr>
              <a:t>	</a:t>
            </a:r>
            <a:r>
              <a:rPr lang="en-US" altLang="ko-KR" sz="3900" b="1" dirty="0" err="1">
                <a:solidFill>
                  <a:schemeClr val="bg1"/>
                </a:solidFill>
                <a:latin typeface="맑은 고딕"/>
                <a:ea typeface="맑은 고딕"/>
              </a:rPr>
              <a:t>프로세스</a:t>
            </a:r>
            <a:r>
              <a:rPr lang="en-US" altLang="ko-KR" sz="3900" b="1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3900" b="1" dirty="0" err="1">
                <a:solidFill>
                  <a:schemeClr val="bg1"/>
                </a:solidFill>
                <a:latin typeface="맑은 고딕"/>
                <a:ea typeface="맑은 고딕"/>
              </a:rPr>
              <a:t>흐름도</a:t>
            </a:r>
            <a:endParaRPr lang="en-US" altLang="ko-KR" sz="3900" b="1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661507"/>
              </p:ext>
            </p:extLst>
          </p:nvPr>
        </p:nvGraphicFramePr>
        <p:xfrm>
          <a:off x="4980305" y="3670300"/>
          <a:ext cx="3888740" cy="110744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943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5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0" indent="0" algn="ctr" defTabSz="900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800" b="0" kern="120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문서관리번호</a:t>
                      </a:r>
                      <a:endParaRPr lang="ko-KR" altLang="en-US" sz="1800" b="0" kern="120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00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0" kern="120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ctr" defTabSz="900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800" b="0" kern="120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    성    일</a:t>
                      </a:r>
                      <a:endParaRPr lang="ko-KR" altLang="en-US" sz="1800" b="0" kern="120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00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8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2022. 01. 01</a:t>
                      </a:r>
                    </a:p>
                  </a:txBody>
                  <a:tcPr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indent="0" algn="ctr" defTabSz="900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800" b="0" kern="120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보           안</a:t>
                      </a:r>
                      <a:endParaRPr lang="ko-KR" altLang="en-US" sz="1800" b="0" kern="120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00000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8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일     반     본</a:t>
                      </a:r>
                      <a:endParaRPr lang="ko-KR" altLang="en-US" sz="18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321310" y="-36830"/>
            <a:ext cx="829310" cy="294005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4291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sz="1600" b="1">
                <a:solidFill>
                  <a:schemeClr val="bg1"/>
                </a:solidFill>
                <a:latin typeface="맑은 고딕"/>
                <a:ea typeface="맑은 고딕"/>
              </a:rPr>
              <a:t>INDEX</a:t>
            </a:r>
            <a:endParaRPr lang="ko-KR" altLang="en-US" sz="1600" b="1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342487"/>
              </p:ext>
            </p:extLst>
          </p:nvPr>
        </p:nvGraphicFramePr>
        <p:xfrm>
          <a:off x="322580" y="537210"/>
          <a:ext cx="8099425" cy="424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8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0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8940">
                <a:tc gridSpan="5"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800" b="1" kern="1200" dirty="0" err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문서개정이력표</a:t>
                      </a:r>
                      <a:endParaRPr lang="ko-KR" altLang="en-US" sz="1800" b="1" kern="1200" dirty="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  <a:defRPr lang="ko-KR" altLang="en-US"/>
                      </a:pPr>
                      <a:endParaRPr lang="ko-KR" altLang="en-US" b="0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buNone/>
                        <a:defRPr lang="ko-KR" altLang="en-US"/>
                      </a:pPr>
                      <a:endParaRPr lang="ko-KR" altLang="en-US" b="0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buNone/>
                        <a:defRPr lang="ko-KR" altLang="en-US"/>
                      </a:pPr>
                      <a:endParaRPr lang="ko-KR" altLang="en-US" b="0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buNone/>
                        <a:defRPr lang="ko-KR" altLang="en-US"/>
                      </a:pPr>
                      <a:endParaRPr lang="ko-KR" altLang="en-US" b="0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문서명</a:t>
                      </a:r>
                      <a:endParaRPr lang="ko-KR" altLang="en-US" sz="18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  <a:defRPr lang="ko-KR" altLang="en-US"/>
                      </a:pPr>
                      <a:endParaRPr lang="ko-KR" altLang="en-US" b="0" kern="12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프로세스 흐름도</a:t>
                      </a:r>
                      <a:endParaRPr lang="ko-KR" altLang="en-US" sz="18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  <a:defRPr lang="ko-KR" altLang="en-US"/>
                      </a:pPr>
                      <a:endParaRPr lang="ko-KR" altLang="en-US" b="0" kern="12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buNone/>
                        <a:defRPr lang="ko-KR" altLang="en-US"/>
                      </a:pPr>
                      <a:endParaRPr lang="ko-KR" altLang="en-US" b="0" kern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버전</a:t>
                      </a: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날짜</a:t>
                      </a: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승인자</a:t>
                      </a: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1" kern="1200" dirty="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2022.01.01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최초 제정 및 내용 작성</a:t>
                      </a: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ko-KR" altLang="en-US" sz="1000" b="1" kern="1200" dirty="0" err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하기재</a:t>
                      </a:r>
                      <a:endParaRPr lang="en-US" altLang="ko-KR" sz="1000" b="1" kern="1200" dirty="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 dirty="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 dirty="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 dirty="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en-US" altLang="ko-KR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en-US" altLang="ko-KR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 dirty="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84375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ko-KR" altLang="en-US" sz="1000" b="1" kern="1200" dirty="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1"/>
          </p:nvPr>
        </p:nvSpPr>
        <p:spPr>
          <a:xfrm>
            <a:off x="321310" y="-36830"/>
            <a:ext cx="1115695" cy="294640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547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sz="1600" b="1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472332"/>
              </p:ext>
            </p:extLst>
          </p:nvPr>
        </p:nvGraphicFramePr>
        <p:xfrm>
          <a:off x="498475" y="323215"/>
          <a:ext cx="8205470" cy="515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 프로세스 ID</a:t>
                      </a:r>
                      <a:endParaRPr lang="ko-KR" altLang="en-US" sz="1000" b="0" kern="120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en-US" altLang="ko-KR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ko-KR" altLang="en-US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비회원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kern="120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ko-KR" altLang="en-US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</a:t>
                      </a:r>
                      <a:r>
                        <a:rPr lang="en-US" altLang="ko-KR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2.01</a:t>
                      </a:r>
                      <a:r>
                        <a:rPr lang="ko-KR" altLang="en-US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  <a:r>
                        <a:rPr lang="en-US" altLang="ko-KR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01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ko-KR" altLang="en-US" sz="1000" b="0" kern="1200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하기재</a:t>
                      </a:r>
                      <a:endParaRPr lang="en-US" altLang="ko-KR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6" name="텍스트 상자 75"/>
          <p:cNvSpPr txBox="1"/>
          <p:nvPr/>
        </p:nvSpPr>
        <p:spPr>
          <a:xfrm>
            <a:off x="3332480" y="967105"/>
            <a:ext cx="2521585" cy="370614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4921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800" b="0" dirty="0">
                <a:latin typeface="맑은 고딕"/>
                <a:ea typeface="맑은 고딕"/>
              </a:rPr>
              <a:t>비회원</a:t>
            </a:r>
          </a:p>
        </p:txBody>
      </p:sp>
      <p:sp>
        <p:nvSpPr>
          <p:cNvPr id="95" name="도형 94"/>
          <p:cNvSpPr/>
          <p:nvPr/>
        </p:nvSpPr>
        <p:spPr>
          <a:xfrm>
            <a:off x="498475" y="1290911"/>
            <a:ext cx="286452" cy="3329641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홈페이지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57" name="도형 94">
            <a:extLst>
              <a:ext uri="{FF2B5EF4-FFF2-40B4-BE49-F238E27FC236}">
                <a16:creationId xmlns:a16="http://schemas.microsoft.com/office/drawing/2014/main" id="{8DBF0439-94B9-42BD-B1C9-84332A5180B4}"/>
              </a:ext>
            </a:extLst>
          </p:cNvPr>
          <p:cNvSpPr/>
          <p:nvPr/>
        </p:nvSpPr>
        <p:spPr>
          <a:xfrm>
            <a:off x="1204364" y="1290911"/>
            <a:ext cx="1483462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 err="1">
                <a:solidFill>
                  <a:schemeClr val="bg1"/>
                </a:solidFill>
                <a:latin typeface="맑은 고딕"/>
                <a:ea typeface="맑은 고딕"/>
              </a:rPr>
              <a:t>문진표</a:t>
            </a:r>
            <a:r>
              <a:rPr lang="en-US" altLang="ko-KR" sz="1000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작성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36AA38-7D51-480E-BC5A-8EF8D07495C8}"/>
              </a:ext>
            </a:extLst>
          </p:cNvPr>
          <p:cNvSpPr txBox="1"/>
          <p:nvPr/>
        </p:nvSpPr>
        <p:spPr>
          <a:xfrm>
            <a:off x="2848172" y="1867621"/>
            <a:ext cx="11721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92126" eaLnBrk="0">
              <a:defRPr lang="ko-KR" altLang="en-US"/>
            </a:pPr>
            <a:r>
              <a:rPr lang="ko-KR" altLang="en-US" sz="1000" dirty="0">
                <a:ea typeface="맑은 고딕"/>
              </a:rPr>
              <a:t>개인정보 입력 창</a:t>
            </a:r>
            <a:endParaRPr lang="en-US" altLang="ko-KR" sz="1000" dirty="0">
              <a:ea typeface="맑은 고딕"/>
            </a:endParaRPr>
          </a:p>
          <a:p>
            <a:pPr algn="ctr" defTabSz="492126" eaLnBrk="0">
              <a:defRPr lang="ko-KR" altLang="en-US"/>
            </a:pPr>
            <a:r>
              <a:rPr lang="ko-KR" altLang="en-US" sz="1000" dirty="0">
                <a:ea typeface="맑은 고딕"/>
              </a:rPr>
              <a:t> 출력 </a:t>
            </a:r>
            <a:r>
              <a:rPr lang="en-US" altLang="ko-KR" sz="1000" dirty="0">
                <a:ea typeface="맑은 고딕"/>
              </a:rPr>
              <a:t>/ </a:t>
            </a:r>
            <a:r>
              <a:rPr lang="ko-KR" altLang="en-US" sz="1000" dirty="0" err="1">
                <a:ea typeface="맑은 고딕"/>
              </a:rPr>
              <a:t>일치시</a:t>
            </a:r>
            <a:endParaRPr lang="ko-KR" altLang="en-US" sz="1000" dirty="0">
              <a:ea typeface="맑은 고딕"/>
            </a:endParaRPr>
          </a:p>
        </p:txBody>
      </p:sp>
      <p:sp>
        <p:nvSpPr>
          <p:cNvPr id="33" name="도형 94">
            <a:extLst>
              <a:ext uri="{FF2B5EF4-FFF2-40B4-BE49-F238E27FC236}">
                <a16:creationId xmlns:a16="http://schemas.microsoft.com/office/drawing/2014/main" id="{3D1ED973-BE3F-408A-8927-D29C1FC1C0E6}"/>
              </a:ext>
            </a:extLst>
          </p:cNvPr>
          <p:cNvSpPr/>
          <p:nvPr/>
        </p:nvSpPr>
        <p:spPr>
          <a:xfrm>
            <a:off x="1412724" y="1913755"/>
            <a:ext cx="1483462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확진 결과 조회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34" name="도형 94">
            <a:extLst>
              <a:ext uri="{FF2B5EF4-FFF2-40B4-BE49-F238E27FC236}">
                <a16:creationId xmlns:a16="http://schemas.microsoft.com/office/drawing/2014/main" id="{14F11F6C-5E1C-4DB9-A0CA-09F287DA0FFE}"/>
              </a:ext>
            </a:extLst>
          </p:cNvPr>
          <p:cNvSpPr/>
          <p:nvPr/>
        </p:nvSpPr>
        <p:spPr>
          <a:xfrm>
            <a:off x="3978393" y="1910986"/>
            <a:ext cx="1483462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증명서 발급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35" name="도형 94">
            <a:extLst>
              <a:ext uri="{FF2B5EF4-FFF2-40B4-BE49-F238E27FC236}">
                <a16:creationId xmlns:a16="http://schemas.microsoft.com/office/drawing/2014/main" id="{62D2B551-AD31-4373-A210-1477FB8DF8F5}"/>
              </a:ext>
            </a:extLst>
          </p:cNvPr>
          <p:cNvSpPr/>
          <p:nvPr/>
        </p:nvSpPr>
        <p:spPr>
          <a:xfrm>
            <a:off x="1204364" y="2529707"/>
            <a:ext cx="1483462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통계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37" name="도형 94">
            <a:extLst>
              <a:ext uri="{FF2B5EF4-FFF2-40B4-BE49-F238E27FC236}">
                <a16:creationId xmlns:a16="http://schemas.microsoft.com/office/drawing/2014/main" id="{09F0C965-1991-4524-ADBC-B4A478BDF1CF}"/>
              </a:ext>
            </a:extLst>
          </p:cNvPr>
          <p:cNvSpPr/>
          <p:nvPr/>
        </p:nvSpPr>
        <p:spPr>
          <a:xfrm>
            <a:off x="1204364" y="3149105"/>
            <a:ext cx="1483462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검사소 위치 조회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A7844A71-FD4A-4EA2-AD06-8E8D8CF83343}"/>
              </a:ext>
            </a:extLst>
          </p:cNvPr>
          <p:cNvCxnSpPr>
            <a:cxnSpLocks/>
            <a:stCxn id="95" idx="3"/>
            <a:endCxn id="57" idx="1"/>
          </p:cNvCxnSpPr>
          <p:nvPr/>
        </p:nvCxnSpPr>
        <p:spPr>
          <a:xfrm flipV="1">
            <a:off x="784927" y="1458234"/>
            <a:ext cx="419437" cy="14974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0FC38658-DE26-46AF-9371-58711D572E4F}"/>
              </a:ext>
            </a:extLst>
          </p:cNvPr>
          <p:cNvCxnSpPr>
            <a:cxnSpLocks/>
            <a:stCxn id="95" idx="3"/>
            <a:endCxn id="33" idx="1"/>
          </p:cNvCxnSpPr>
          <p:nvPr/>
        </p:nvCxnSpPr>
        <p:spPr>
          <a:xfrm flipV="1">
            <a:off x="784927" y="2081078"/>
            <a:ext cx="627797" cy="874654"/>
          </a:xfrm>
          <a:prstGeom prst="bentConnector3">
            <a:avLst>
              <a:gd name="adj1" fmla="val 3475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18550AAA-3F02-4C4A-8B5C-BC59E1A7A026}"/>
              </a:ext>
            </a:extLst>
          </p:cNvPr>
          <p:cNvCxnSpPr>
            <a:cxnSpLocks/>
            <a:stCxn id="95" idx="3"/>
            <a:endCxn id="37" idx="1"/>
          </p:cNvCxnSpPr>
          <p:nvPr/>
        </p:nvCxnSpPr>
        <p:spPr>
          <a:xfrm>
            <a:off x="784927" y="2955732"/>
            <a:ext cx="419437" cy="3606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56DD362D-FE40-44A6-9BDA-A2A3C62140FA}"/>
              </a:ext>
            </a:extLst>
          </p:cNvPr>
          <p:cNvCxnSpPr>
            <a:cxnSpLocks/>
            <a:stCxn id="95" idx="3"/>
            <a:endCxn id="35" idx="1"/>
          </p:cNvCxnSpPr>
          <p:nvPr/>
        </p:nvCxnSpPr>
        <p:spPr>
          <a:xfrm flipV="1">
            <a:off x="784927" y="2697030"/>
            <a:ext cx="419437" cy="2587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AC4B737-1E07-4BD7-B8AF-0CC2EA047E3C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 flipV="1">
            <a:off x="2896186" y="2078309"/>
            <a:ext cx="1082207" cy="2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1"/>
          </p:nvPr>
        </p:nvSpPr>
        <p:spPr>
          <a:xfrm>
            <a:off x="321310" y="-36830"/>
            <a:ext cx="1115695" cy="294640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547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sz="1600" b="1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427221"/>
              </p:ext>
            </p:extLst>
          </p:nvPr>
        </p:nvGraphicFramePr>
        <p:xfrm>
          <a:off x="498475" y="323215"/>
          <a:ext cx="8205470" cy="515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 프로세스 ID</a:t>
                      </a:r>
                      <a:endParaRPr lang="ko-KR" altLang="en-US" sz="1000" b="0" kern="120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en-US" altLang="ko-KR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ko-KR" altLang="en-US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기관 공통 및 대표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ko-KR" altLang="en-US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</a:t>
                      </a:r>
                      <a:r>
                        <a:rPr lang="en-US" altLang="ko-KR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2.01</a:t>
                      </a:r>
                      <a:r>
                        <a:rPr lang="ko-KR" altLang="en-US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  <a:r>
                        <a:rPr lang="en-US" altLang="ko-KR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01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ko-KR" altLang="en-US" sz="1000" b="0" kern="1200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하기재</a:t>
                      </a:r>
                      <a:endParaRPr lang="en-US" altLang="ko-KR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6" name="텍스트 상자 75"/>
          <p:cNvSpPr txBox="1"/>
          <p:nvPr/>
        </p:nvSpPr>
        <p:spPr>
          <a:xfrm>
            <a:off x="3332480" y="841980"/>
            <a:ext cx="2521585" cy="370614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4921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800" b="0" dirty="0">
                <a:latin typeface="맑은 고딕"/>
                <a:ea typeface="맑은 고딕"/>
              </a:rPr>
              <a:t>기관 공통</a:t>
            </a:r>
          </a:p>
        </p:txBody>
      </p:sp>
      <p:sp>
        <p:nvSpPr>
          <p:cNvPr id="95" name="도형 94"/>
          <p:cNvSpPr/>
          <p:nvPr/>
        </p:nvSpPr>
        <p:spPr>
          <a:xfrm>
            <a:off x="498475" y="1133547"/>
            <a:ext cx="286452" cy="3323380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홈페이지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6" name="도형 94">
            <a:extLst>
              <a:ext uri="{FF2B5EF4-FFF2-40B4-BE49-F238E27FC236}">
                <a16:creationId xmlns:a16="http://schemas.microsoft.com/office/drawing/2014/main" id="{901358CA-E201-4AD3-8BDE-74D02DC59D98}"/>
              </a:ext>
            </a:extLst>
          </p:cNvPr>
          <p:cNvSpPr/>
          <p:nvPr/>
        </p:nvSpPr>
        <p:spPr>
          <a:xfrm>
            <a:off x="997358" y="1754266"/>
            <a:ext cx="1176020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로그인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7" name="도형 94">
            <a:extLst>
              <a:ext uri="{FF2B5EF4-FFF2-40B4-BE49-F238E27FC236}">
                <a16:creationId xmlns:a16="http://schemas.microsoft.com/office/drawing/2014/main" id="{A2599C92-BB0A-499D-A92D-C210F792BBA9}"/>
              </a:ext>
            </a:extLst>
          </p:cNvPr>
          <p:cNvSpPr/>
          <p:nvPr/>
        </p:nvSpPr>
        <p:spPr>
          <a:xfrm>
            <a:off x="2385809" y="1754265"/>
            <a:ext cx="1176020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아이디</a:t>
            </a:r>
            <a:r>
              <a:rPr lang="en-US" altLang="ko-KR" sz="1000" dirty="0">
                <a:solidFill>
                  <a:schemeClr val="bg1"/>
                </a:solidFill>
                <a:latin typeface="맑은 고딕"/>
                <a:ea typeface="맑은 고딕"/>
              </a:rPr>
              <a:t>/</a:t>
            </a: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비밀번호입력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8" name="도형 94">
            <a:extLst>
              <a:ext uri="{FF2B5EF4-FFF2-40B4-BE49-F238E27FC236}">
                <a16:creationId xmlns:a16="http://schemas.microsoft.com/office/drawing/2014/main" id="{EC22F7AB-92D7-4DC4-ADA1-927B3A7ED08A}"/>
              </a:ext>
            </a:extLst>
          </p:cNvPr>
          <p:cNvSpPr/>
          <p:nvPr/>
        </p:nvSpPr>
        <p:spPr>
          <a:xfrm>
            <a:off x="4368848" y="1755879"/>
            <a:ext cx="1176020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로그인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9" name="도형 94">
            <a:extLst>
              <a:ext uri="{FF2B5EF4-FFF2-40B4-BE49-F238E27FC236}">
                <a16:creationId xmlns:a16="http://schemas.microsoft.com/office/drawing/2014/main" id="{A0A719DA-38E2-4FCA-BF74-E3E00033FF9E}"/>
              </a:ext>
            </a:extLst>
          </p:cNvPr>
          <p:cNvSpPr/>
          <p:nvPr/>
        </p:nvSpPr>
        <p:spPr>
          <a:xfrm>
            <a:off x="5736620" y="1754266"/>
            <a:ext cx="1176020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각 기관 메인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화면 출력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B0DC10-CEFE-4C09-8512-006E86FB6ECE}"/>
              </a:ext>
            </a:extLst>
          </p:cNvPr>
          <p:cNvSpPr txBox="1"/>
          <p:nvPr/>
        </p:nvSpPr>
        <p:spPr>
          <a:xfrm>
            <a:off x="3442835" y="1733142"/>
            <a:ext cx="9605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92126" eaLnBrk="0">
              <a:defRPr lang="ko-KR" altLang="en-US"/>
            </a:pPr>
            <a:r>
              <a:rPr lang="ko-KR" altLang="en-US" sz="1000" dirty="0">
                <a:ea typeface="맑은 고딕"/>
              </a:rPr>
              <a:t>실패 시</a:t>
            </a:r>
            <a:endParaRPr lang="en-US" altLang="ko-KR" sz="1000" dirty="0">
              <a:ea typeface="맑은 고딕"/>
            </a:endParaRPr>
          </a:p>
          <a:p>
            <a:pPr algn="ctr" defTabSz="492126" eaLnBrk="0">
              <a:defRPr lang="ko-KR" altLang="en-US"/>
            </a:pPr>
            <a:r>
              <a:rPr lang="ko-KR" altLang="en-US" sz="1000" dirty="0">
                <a:ea typeface="맑은 고딕"/>
              </a:rPr>
              <a:t> 경고 창 출력</a:t>
            </a:r>
          </a:p>
        </p:txBody>
      </p:sp>
      <p:sp>
        <p:nvSpPr>
          <p:cNvPr id="70" name="도형 81">
            <a:extLst>
              <a:ext uri="{FF2B5EF4-FFF2-40B4-BE49-F238E27FC236}">
                <a16:creationId xmlns:a16="http://schemas.microsoft.com/office/drawing/2014/main" id="{C68AA807-58E4-4BB6-B9D6-535DCB6F4BDE}"/>
              </a:ext>
            </a:extLst>
          </p:cNvPr>
          <p:cNvSpPr/>
          <p:nvPr/>
        </p:nvSpPr>
        <p:spPr>
          <a:xfrm>
            <a:off x="997358" y="1141271"/>
            <a:ext cx="915637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en-US" altLang="ko-KR" sz="1000" dirty="0">
                <a:solidFill>
                  <a:schemeClr val="bg1"/>
                </a:solidFill>
                <a:ea typeface="맑은 고딕"/>
              </a:rPr>
              <a:t>ID/PW </a:t>
            </a:r>
            <a:r>
              <a:rPr lang="en-US" altLang="ko-KR" sz="1000" dirty="0" err="1">
                <a:solidFill>
                  <a:schemeClr val="bg1"/>
                </a:solidFill>
                <a:ea typeface="맑은 고딕"/>
              </a:rPr>
              <a:t>찾기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71" name="도형 83">
            <a:extLst>
              <a:ext uri="{FF2B5EF4-FFF2-40B4-BE49-F238E27FC236}">
                <a16:creationId xmlns:a16="http://schemas.microsoft.com/office/drawing/2014/main" id="{41ACD5A9-A1F8-4189-B6F7-0FF01B094D37}"/>
              </a:ext>
            </a:extLst>
          </p:cNvPr>
          <p:cNvSpPr/>
          <p:nvPr/>
        </p:nvSpPr>
        <p:spPr>
          <a:xfrm>
            <a:off x="2127094" y="1141271"/>
            <a:ext cx="1003413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sz="1000" dirty="0">
                <a:solidFill>
                  <a:schemeClr val="bg1"/>
                </a:solidFill>
                <a:latin typeface="맑은 고딕"/>
                <a:ea typeface="맑은 고딕"/>
              </a:rPr>
              <a:t>ID/PW</a:t>
            </a:r>
            <a:r>
              <a:rPr lang="en-US" altLang="ko-KR" sz="1000" b="0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dirty="0" err="1">
                <a:solidFill>
                  <a:schemeClr val="bg1"/>
                </a:solidFill>
                <a:latin typeface="맑은 고딕"/>
                <a:ea typeface="맑은 고딕"/>
              </a:rPr>
              <a:t>찾기</a:t>
            </a:r>
            <a:endParaRPr lang="en-US" altLang="ko-KR" sz="1000" b="0" dirty="0">
              <a:solidFill>
                <a:schemeClr val="bg1"/>
              </a:solidFill>
              <a:latin typeface="맑은 고딕"/>
              <a:ea typeface="맑은 고딕"/>
            </a:endParaRPr>
          </a:p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sz="1000" b="0" dirty="0" err="1">
                <a:solidFill>
                  <a:schemeClr val="bg1"/>
                </a:solidFill>
                <a:latin typeface="맑은 고딕"/>
                <a:ea typeface="맑은 고딕"/>
              </a:rPr>
              <a:t>화면</a:t>
            </a:r>
            <a:r>
              <a:rPr lang="en-US" altLang="ko-KR" sz="1000" b="0" dirty="0">
                <a:solidFill>
                  <a:schemeClr val="bg1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0" dirty="0" err="1">
                <a:solidFill>
                  <a:schemeClr val="bg1"/>
                </a:solidFill>
                <a:latin typeface="맑은 고딕"/>
                <a:ea typeface="맑은 고딕"/>
              </a:rPr>
              <a:t>출력</a:t>
            </a:r>
            <a:endParaRPr lang="ko-KR" altLang="en-US" sz="1000" b="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72" name="도형 84">
            <a:extLst>
              <a:ext uri="{FF2B5EF4-FFF2-40B4-BE49-F238E27FC236}">
                <a16:creationId xmlns:a16="http://schemas.microsoft.com/office/drawing/2014/main" id="{DF6E2DF2-F931-40FB-9D0E-1F39F3C92BC0}"/>
              </a:ext>
            </a:extLst>
          </p:cNvPr>
          <p:cNvSpPr/>
          <p:nvPr/>
        </p:nvSpPr>
        <p:spPr>
          <a:xfrm>
            <a:off x="3339118" y="1141271"/>
            <a:ext cx="599797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b="0" dirty="0">
                <a:solidFill>
                  <a:schemeClr val="bg1"/>
                </a:solidFill>
                <a:latin typeface="맑은 고딕"/>
                <a:ea typeface="맑은 고딕"/>
              </a:rPr>
              <a:t>정보 </a:t>
            </a:r>
            <a:endParaRPr lang="en-US" altLang="ko-KR" sz="1000" b="0" dirty="0">
              <a:solidFill>
                <a:schemeClr val="bg1"/>
              </a:solidFill>
              <a:latin typeface="맑은 고딕"/>
              <a:ea typeface="맑은 고딕"/>
            </a:endParaRPr>
          </a:p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b="0" dirty="0">
                <a:solidFill>
                  <a:schemeClr val="bg1"/>
                </a:solidFill>
                <a:latin typeface="맑은 고딕"/>
                <a:ea typeface="맑은 고딕"/>
              </a:rPr>
              <a:t>입력</a:t>
            </a:r>
          </a:p>
        </p:txBody>
      </p:sp>
      <p:sp>
        <p:nvSpPr>
          <p:cNvPr id="74" name="도형 84">
            <a:extLst>
              <a:ext uri="{FF2B5EF4-FFF2-40B4-BE49-F238E27FC236}">
                <a16:creationId xmlns:a16="http://schemas.microsoft.com/office/drawing/2014/main" id="{770843F1-7287-4958-B63E-6F9B88BEE7E0}"/>
              </a:ext>
            </a:extLst>
          </p:cNvPr>
          <p:cNvSpPr/>
          <p:nvPr/>
        </p:nvSpPr>
        <p:spPr>
          <a:xfrm>
            <a:off x="5159234" y="1141271"/>
            <a:ext cx="1031364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b="0" dirty="0">
                <a:solidFill>
                  <a:schemeClr val="bg1"/>
                </a:solidFill>
                <a:latin typeface="맑은 고딕"/>
                <a:ea typeface="맑은 고딕"/>
              </a:rPr>
              <a:t>휴대폰</a:t>
            </a:r>
            <a:r>
              <a:rPr lang="en-US" altLang="ko-KR" sz="1000" b="0" dirty="0">
                <a:solidFill>
                  <a:schemeClr val="bg1"/>
                </a:solidFill>
                <a:latin typeface="맑은 고딕"/>
                <a:ea typeface="맑은 고딕"/>
              </a:rPr>
              <a:t>/</a:t>
            </a: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이메일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b="0" dirty="0">
                <a:solidFill>
                  <a:schemeClr val="bg1"/>
                </a:solidFill>
                <a:latin typeface="맑은 고딕"/>
                <a:ea typeface="맑은 고딕"/>
              </a:rPr>
              <a:t>인증</a:t>
            </a:r>
          </a:p>
        </p:txBody>
      </p:sp>
      <p:sp>
        <p:nvSpPr>
          <p:cNvPr id="33" name="도형 84">
            <a:extLst>
              <a:ext uri="{FF2B5EF4-FFF2-40B4-BE49-F238E27FC236}">
                <a16:creationId xmlns:a16="http://schemas.microsoft.com/office/drawing/2014/main" id="{005FE7D4-B8D7-4D93-90FC-0CA95343C4AF}"/>
              </a:ext>
            </a:extLst>
          </p:cNvPr>
          <p:cNvSpPr/>
          <p:nvPr/>
        </p:nvSpPr>
        <p:spPr>
          <a:xfrm>
            <a:off x="6979571" y="1140548"/>
            <a:ext cx="1031364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b="0" dirty="0">
                <a:solidFill>
                  <a:schemeClr val="bg1"/>
                </a:solidFill>
                <a:latin typeface="맑은 고딕"/>
                <a:ea typeface="맑은 고딕"/>
              </a:rPr>
              <a:t>비밀번호 변경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72DACDF-DB12-4F1E-B84D-22B64C376957}"/>
              </a:ext>
            </a:extLst>
          </p:cNvPr>
          <p:cNvSpPr txBox="1"/>
          <p:nvPr/>
        </p:nvSpPr>
        <p:spPr>
          <a:xfrm>
            <a:off x="3845552" y="1106469"/>
            <a:ext cx="13452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92126" eaLnBrk="0">
              <a:defRPr lang="ko-KR" altLang="en-US"/>
            </a:pPr>
            <a:r>
              <a:rPr lang="ko-KR" altLang="en-US" sz="1000" dirty="0">
                <a:ea typeface="맑은 고딕"/>
              </a:rPr>
              <a:t>해당 정보가 없을 시</a:t>
            </a:r>
            <a:endParaRPr lang="en-US" altLang="ko-KR" sz="1000" dirty="0">
              <a:ea typeface="맑은 고딕"/>
            </a:endParaRPr>
          </a:p>
          <a:p>
            <a:pPr algn="ctr" defTabSz="492126" eaLnBrk="0">
              <a:defRPr lang="ko-KR" altLang="en-US"/>
            </a:pPr>
            <a:r>
              <a:rPr lang="ko-KR" altLang="en-US" sz="1000" dirty="0">
                <a:ea typeface="맑은 고딕"/>
              </a:rPr>
              <a:t> 경고 창 출력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2D9B48-DA3E-4C2F-983C-77AF7D4C55B1}"/>
              </a:ext>
            </a:extLst>
          </p:cNvPr>
          <p:cNvSpPr txBox="1"/>
          <p:nvPr/>
        </p:nvSpPr>
        <p:spPr>
          <a:xfrm>
            <a:off x="6065155" y="1107816"/>
            <a:ext cx="9605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92126" eaLnBrk="0">
              <a:defRPr lang="ko-KR" altLang="en-US"/>
            </a:pPr>
            <a:r>
              <a:rPr lang="ko-KR" altLang="en-US" sz="1000" dirty="0">
                <a:ea typeface="맑은 고딕"/>
              </a:rPr>
              <a:t>실패 시</a:t>
            </a:r>
            <a:endParaRPr lang="en-US" altLang="ko-KR" sz="1000" dirty="0">
              <a:ea typeface="맑은 고딕"/>
            </a:endParaRPr>
          </a:p>
          <a:p>
            <a:pPr algn="ctr" defTabSz="492126" eaLnBrk="0">
              <a:defRPr lang="ko-KR" altLang="en-US"/>
            </a:pPr>
            <a:r>
              <a:rPr lang="ko-KR" altLang="en-US" sz="1000" dirty="0">
                <a:ea typeface="맑은 고딕"/>
              </a:rPr>
              <a:t> 경고 창 출력</a:t>
            </a:r>
          </a:p>
        </p:txBody>
      </p:sp>
      <p:sp>
        <p:nvSpPr>
          <p:cNvPr id="40" name="도형 94">
            <a:extLst>
              <a:ext uri="{FF2B5EF4-FFF2-40B4-BE49-F238E27FC236}">
                <a16:creationId xmlns:a16="http://schemas.microsoft.com/office/drawing/2014/main" id="{80FAF008-9113-41B4-8723-425276EA2091}"/>
              </a:ext>
            </a:extLst>
          </p:cNvPr>
          <p:cNvSpPr/>
          <p:nvPr/>
        </p:nvSpPr>
        <p:spPr>
          <a:xfrm>
            <a:off x="7563290" y="2953199"/>
            <a:ext cx="1176020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내 정보 수정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385C77A2-C66B-408B-8678-9D2FBF26D64A}"/>
              </a:ext>
            </a:extLst>
          </p:cNvPr>
          <p:cNvCxnSpPr>
            <a:stCxn id="49" idx="3"/>
            <a:endCxn id="37" idx="1"/>
          </p:cNvCxnSpPr>
          <p:nvPr/>
        </p:nvCxnSpPr>
        <p:spPr>
          <a:xfrm flipH="1">
            <a:off x="4790505" y="1921589"/>
            <a:ext cx="2122135" cy="1178400"/>
          </a:xfrm>
          <a:prstGeom prst="bentConnector5">
            <a:avLst>
              <a:gd name="adj1" fmla="val -10772"/>
              <a:gd name="adj2" fmla="val 22029"/>
              <a:gd name="adj3" fmla="val 11077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텍스트 상자 75">
            <a:extLst>
              <a:ext uri="{FF2B5EF4-FFF2-40B4-BE49-F238E27FC236}">
                <a16:creationId xmlns:a16="http://schemas.microsoft.com/office/drawing/2014/main" id="{D845184A-4AC6-4BD2-8EF4-9A87C9E08896}"/>
              </a:ext>
            </a:extLst>
          </p:cNvPr>
          <p:cNvSpPr txBox="1"/>
          <p:nvPr/>
        </p:nvSpPr>
        <p:spPr>
          <a:xfrm>
            <a:off x="4235451" y="3326078"/>
            <a:ext cx="2521585" cy="370614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4921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800" b="0" dirty="0">
                <a:latin typeface="맑은 고딕"/>
                <a:ea typeface="맑은 고딕"/>
              </a:rPr>
              <a:t>기관 대표</a:t>
            </a: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169E3A29-ABB8-4DA0-9AA0-D4C3438B261E}"/>
              </a:ext>
            </a:extLst>
          </p:cNvPr>
          <p:cNvCxnSpPr>
            <a:cxnSpLocks/>
            <a:stCxn id="37" idx="3"/>
            <a:endCxn id="78" idx="1"/>
          </p:cNvCxnSpPr>
          <p:nvPr/>
        </p:nvCxnSpPr>
        <p:spPr>
          <a:xfrm>
            <a:off x="5966525" y="3099989"/>
            <a:ext cx="354893" cy="4709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도형 94">
            <a:extLst>
              <a:ext uri="{FF2B5EF4-FFF2-40B4-BE49-F238E27FC236}">
                <a16:creationId xmlns:a16="http://schemas.microsoft.com/office/drawing/2014/main" id="{483FFFE5-85D0-43A5-8186-2BF22E1C9718}"/>
              </a:ext>
            </a:extLst>
          </p:cNvPr>
          <p:cNvSpPr/>
          <p:nvPr/>
        </p:nvSpPr>
        <p:spPr>
          <a:xfrm>
            <a:off x="6321418" y="3403612"/>
            <a:ext cx="1176020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기관 직원 조회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79" name="도형 94">
            <a:extLst>
              <a:ext uri="{FF2B5EF4-FFF2-40B4-BE49-F238E27FC236}">
                <a16:creationId xmlns:a16="http://schemas.microsoft.com/office/drawing/2014/main" id="{5000F05A-3565-4EE7-97DD-C5FB737AB601}"/>
              </a:ext>
            </a:extLst>
          </p:cNvPr>
          <p:cNvSpPr/>
          <p:nvPr/>
        </p:nvSpPr>
        <p:spPr>
          <a:xfrm>
            <a:off x="7334193" y="1753931"/>
            <a:ext cx="1176020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로그인 연장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28" name="도형 94">
            <a:extLst>
              <a:ext uri="{FF2B5EF4-FFF2-40B4-BE49-F238E27FC236}">
                <a16:creationId xmlns:a16="http://schemas.microsoft.com/office/drawing/2014/main" id="{1708F79E-E26B-4A9E-98DF-AC428EC85297}"/>
              </a:ext>
            </a:extLst>
          </p:cNvPr>
          <p:cNvSpPr/>
          <p:nvPr/>
        </p:nvSpPr>
        <p:spPr>
          <a:xfrm>
            <a:off x="1436279" y="2844410"/>
            <a:ext cx="1176020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공지사항 목록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4" name="도형 94">
            <a:extLst>
              <a:ext uri="{FF2B5EF4-FFF2-40B4-BE49-F238E27FC236}">
                <a16:creationId xmlns:a16="http://schemas.microsoft.com/office/drawing/2014/main" id="{28145D4E-0078-40E6-8C75-15EFEF497C13}"/>
              </a:ext>
            </a:extLst>
          </p:cNvPr>
          <p:cNvSpPr/>
          <p:nvPr/>
        </p:nvSpPr>
        <p:spPr>
          <a:xfrm>
            <a:off x="4969944" y="3751608"/>
            <a:ext cx="1176020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공지사항 등록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45" name="도형 94">
            <a:extLst>
              <a:ext uri="{FF2B5EF4-FFF2-40B4-BE49-F238E27FC236}">
                <a16:creationId xmlns:a16="http://schemas.microsoft.com/office/drawing/2014/main" id="{F2DA6A91-90E4-47D6-A794-CCA0A23CBD15}"/>
              </a:ext>
            </a:extLst>
          </p:cNvPr>
          <p:cNvSpPr/>
          <p:nvPr/>
        </p:nvSpPr>
        <p:spPr>
          <a:xfrm>
            <a:off x="4956858" y="4191482"/>
            <a:ext cx="1176020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공지사항 수정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50" name="도형 94">
            <a:extLst>
              <a:ext uri="{FF2B5EF4-FFF2-40B4-BE49-F238E27FC236}">
                <a16:creationId xmlns:a16="http://schemas.microsoft.com/office/drawing/2014/main" id="{F58997EE-C3F7-41F3-878D-B41799ADC1E5}"/>
              </a:ext>
            </a:extLst>
          </p:cNvPr>
          <p:cNvSpPr/>
          <p:nvPr/>
        </p:nvSpPr>
        <p:spPr>
          <a:xfrm>
            <a:off x="4956858" y="4582510"/>
            <a:ext cx="1176020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공지사항 삭제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cxnSp>
        <p:nvCxnSpPr>
          <p:cNvPr id="51" name="연결선: 꺾임 3">
            <a:extLst>
              <a:ext uri="{FF2B5EF4-FFF2-40B4-BE49-F238E27FC236}">
                <a16:creationId xmlns:a16="http://schemas.microsoft.com/office/drawing/2014/main" id="{51F535BC-7770-4643-8998-0DA7C3182E52}"/>
              </a:ext>
            </a:extLst>
          </p:cNvPr>
          <p:cNvCxnSpPr>
            <a:cxnSpLocks/>
            <a:stCxn id="90" idx="3"/>
            <a:endCxn id="50" idx="1"/>
          </p:cNvCxnSpPr>
          <p:nvPr/>
        </p:nvCxnSpPr>
        <p:spPr>
          <a:xfrm>
            <a:off x="4104103" y="3007559"/>
            <a:ext cx="852755" cy="1742274"/>
          </a:xfrm>
          <a:prstGeom prst="bentConnector3">
            <a:avLst>
              <a:gd name="adj1" fmla="val 2506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연결선: 꺾임 3">
            <a:extLst>
              <a:ext uri="{FF2B5EF4-FFF2-40B4-BE49-F238E27FC236}">
                <a16:creationId xmlns:a16="http://schemas.microsoft.com/office/drawing/2014/main" id="{7DCBBA91-27C8-4CC1-8622-BCE170AC2A4C}"/>
              </a:ext>
            </a:extLst>
          </p:cNvPr>
          <p:cNvCxnSpPr>
            <a:cxnSpLocks/>
            <a:stCxn id="90" idx="3"/>
            <a:endCxn id="45" idx="1"/>
          </p:cNvCxnSpPr>
          <p:nvPr/>
        </p:nvCxnSpPr>
        <p:spPr>
          <a:xfrm>
            <a:off x="4104103" y="3007559"/>
            <a:ext cx="852755" cy="1351246"/>
          </a:xfrm>
          <a:prstGeom prst="bentConnector3">
            <a:avLst>
              <a:gd name="adj1" fmla="val 2506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연결선: 꺾임 3">
            <a:extLst>
              <a:ext uri="{FF2B5EF4-FFF2-40B4-BE49-F238E27FC236}">
                <a16:creationId xmlns:a16="http://schemas.microsoft.com/office/drawing/2014/main" id="{B943F20D-FE5C-4DC6-A6A6-7364B0C61EF3}"/>
              </a:ext>
            </a:extLst>
          </p:cNvPr>
          <p:cNvCxnSpPr>
            <a:cxnSpLocks/>
            <a:stCxn id="28" idx="3"/>
            <a:endCxn id="44" idx="1"/>
          </p:cNvCxnSpPr>
          <p:nvPr/>
        </p:nvCxnSpPr>
        <p:spPr>
          <a:xfrm>
            <a:off x="2612299" y="3011733"/>
            <a:ext cx="2357645" cy="907198"/>
          </a:xfrm>
          <a:prstGeom prst="bentConnector3">
            <a:avLst>
              <a:gd name="adj1" fmla="val 670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748B08C-097F-401B-9385-BF831366D4D3}"/>
              </a:ext>
            </a:extLst>
          </p:cNvPr>
          <p:cNvCxnSpPr>
            <a:cxnSpLocks/>
            <a:stCxn id="49" idx="3"/>
            <a:endCxn id="79" idx="1"/>
          </p:cNvCxnSpPr>
          <p:nvPr/>
        </p:nvCxnSpPr>
        <p:spPr>
          <a:xfrm flipV="1">
            <a:off x="6912640" y="1921254"/>
            <a:ext cx="421553" cy="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9AD5729-D478-4BD7-A58D-B8F92C03B535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>
            <a:off x="5966525" y="3099989"/>
            <a:ext cx="212431" cy="20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E8FC050-2BBD-45B9-86F1-D81F6F075E67}"/>
              </a:ext>
            </a:extLst>
          </p:cNvPr>
          <p:cNvCxnSpPr>
            <a:cxnSpLocks/>
            <a:stCxn id="39" idx="3"/>
            <a:endCxn id="40" idx="1"/>
          </p:cNvCxnSpPr>
          <p:nvPr/>
        </p:nvCxnSpPr>
        <p:spPr>
          <a:xfrm flipV="1">
            <a:off x="7354976" y="3120522"/>
            <a:ext cx="20831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CDEC222-849B-4B22-B58F-29C3047AE141}"/>
              </a:ext>
            </a:extLst>
          </p:cNvPr>
          <p:cNvCxnSpPr>
            <a:cxnSpLocks/>
            <a:stCxn id="70" idx="3"/>
            <a:endCxn id="71" idx="1"/>
          </p:cNvCxnSpPr>
          <p:nvPr/>
        </p:nvCxnSpPr>
        <p:spPr>
          <a:xfrm>
            <a:off x="1912995" y="1308594"/>
            <a:ext cx="2140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1310B46-86FA-4CD1-8EF3-F8B3E10AE761}"/>
              </a:ext>
            </a:extLst>
          </p:cNvPr>
          <p:cNvCxnSpPr>
            <a:cxnSpLocks/>
            <a:stCxn id="71" idx="3"/>
            <a:endCxn id="72" idx="1"/>
          </p:cNvCxnSpPr>
          <p:nvPr/>
        </p:nvCxnSpPr>
        <p:spPr>
          <a:xfrm>
            <a:off x="3130507" y="1308594"/>
            <a:ext cx="2086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00D40CD-ECE7-4241-8F18-77C3D3D0ED7A}"/>
              </a:ext>
            </a:extLst>
          </p:cNvPr>
          <p:cNvCxnSpPr>
            <a:cxnSpLocks/>
            <a:stCxn id="74" idx="3"/>
            <a:endCxn id="33" idx="1"/>
          </p:cNvCxnSpPr>
          <p:nvPr/>
        </p:nvCxnSpPr>
        <p:spPr>
          <a:xfrm flipV="1">
            <a:off x="6190598" y="1307871"/>
            <a:ext cx="788973" cy="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7239486-B836-4A8A-8137-47C56280A173}"/>
              </a:ext>
            </a:extLst>
          </p:cNvPr>
          <p:cNvCxnSpPr>
            <a:cxnSpLocks/>
            <a:stCxn id="72" idx="3"/>
            <a:endCxn id="74" idx="1"/>
          </p:cNvCxnSpPr>
          <p:nvPr/>
        </p:nvCxnSpPr>
        <p:spPr>
          <a:xfrm>
            <a:off x="3938915" y="1308594"/>
            <a:ext cx="12203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5C737E1-7347-4BDC-A8BB-2767A2D03AB5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 flipV="1">
            <a:off x="2173378" y="1921588"/>
            <a:ext cx="21243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0FFB112-2BC2-4867-9F01-4A851E0A4363}"/>
              </a:ext>
            </a:extLst>
          </p:cNvPr>
          <p:cNvCxnSpPr>
            <a:cxnSpLocks/>
            <a:stCxn id="47" idx="3"/>
            <a:endCxn id="48" idx="1"/>
          </p:cNvCxnSpPr>
          <p:nvPr/>
        </p:nvCxnSpPr>
        <p:spPr>
          <a:xfrm>
            <a:off x="3561829" y="1921588"/>
            <a:ext cx="807019" cy="1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2D15C59-F87D-4505-9C6B-92952EAC16A9}"/>
              </a:ext>
            </a:extLst>
          </p:cNvPr>
          <p:cNvCxnSpPr>
            <a:cxnSpLocks/>
            <a:stCxn id="48" idx="3"/>
            <a:endCxn id="49" idx="1"/>
          </p:cNvCxnSpPr>
          <p:nvPr/>
        </p:nvCxnSpPr>
        <p:spPr>
          <a:xfrm flipV="1">
            <a:off x="5544868" y="1921589"/>
            <a:ext cx="191752" cy="16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도형 94">
            <a:extLst>
              <a:ext uri="{FF2B5EF4-FFF2-40B4-BE49-F238E27FC236}">
                <a16:creationId xmlns:a16="http://schemas.microsoft.com/office/drawing/2014/main" id="{04F887B5-62E8-4E9C-80C9-D9D0F7E637C6}"/>
              </a:ext>
            </a:extLst>
          </p:cNvPr>
          <p:cNvSpPr/>
          <p:nvPr/>
        </p:nvSpPr>
        <p:spPr>
          <a:xfrm>
            <a:off x="2928083" y="2840236"/>
            <a:ext cx="1176020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공지사항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상세 조회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81FE99D6-1338-4A95-96EE-B88F54B4BA4D}"/>
              </a:ext>
            </a:extLst>
          </p:cNvPr>
          <p:cNvCxnSpPr>
            <a:cxnSpLocks/>
            <a:stCxn id="28" idx="3"/>
            <a:endCxn id="90" idx="1"/>
          </p:cNvCxnSpPr>
          <p:nvPr/>
        </p:nvCxnSpPr>
        <p:spPr>
          <a:xfrm flipV="1">
            <a:off x="2612299" y="3007559"/>
            <a:ext cx="315784" cy="4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연결선: 꺾임 3">
            <a:extLst>
              <a:ext uri="{FF2B5EF4-FFF2-40B4-BE49-F238E27FC236}">
                <a16:creationId xmlns:a16="http://schemas.microsoft.com/office/drawing/2014/main" id="{0C99857D-5D9E-4126-A59A-2FEDFCC3CEE6}"/>
              </a:ext>
            </a:extLst>
          </p:cNvPr>
          <p:cNvCxnSpPr>
            <a:cxnSpLocks/>
            <a:stCxn id="33" idx="3"/>
            <a:endCxn id="46" idx="0"/>
          </p:cNvCxnSpPr>
          <p:nvPr/>
        </p:nvCxnSpPr>
        <p:spPr>
          <a:xfrm flipH="1">
            <a:off x="1585368" y="1307871"/>
            <a:ext cx="6425567" cy="446395"/>
          </a:xfrm>
          <a:prstGeom prst="bentConnector4">
            <a:avLst>
              <a:gd name="adj1" fmla="val -3558"/>
              <a:gd name="adj2" fmla="val 6874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도형 94">
            <a:extLst>
              <a:ext uri="{FF2B5EF4-FFF2-40B4-BE49-F238E27FC236}">
                <a16:creationId xmlns:a16="http://schemas.microsoft.com/office/drawing/2014/main" id="{7DFA5BEA-C9DF-483D-95D0-CF963D7A6A0B}"/>
              </a:ext>
            </a:extLst>
          </p:cNvPr>
          <p:cNvSpPr/>
          <p:nvPr/>
        </p:nvSpPr>
        <p:spPr>
          <a:xfrm>
            <a:off x="7387358" y="2560413"/>
            <a:ext cx="1176020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통계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cxnSp>
        <p:nvCxnSpPr>
          <p:cNvPr id="108" name="연결선: 꺾임 3">
            <a:extLst>
              <a:ext uri="{FF2B5EF4-FFF2-40B4-BE49-F238E27FC236}">
                <a16:creationId xmlns:a16="http://schemas.microsoft.com/office/drawing/2014/main" id="{7E92B8E3-F499-4C97-81AF-AEB496F6C349}"/>
              </a:ext>
            </a:extLst>
          </p:cNvPr>
          <p:cNvCxnSpPr>
            <a:cxnSpLocks/>
            <a:stCxn id="49" idx="3"/>
            <a:endCxn id="107" idx="1"/>
          </p:cNvCxnSpPr>
          <p:nvPr/>
        </p:nvCxnSpPr>
        <p:spPr>
          <a:xfrm>
            <a:off x="6912640" y="1921589"/>
            <a:ext cx="474718" cy="8061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연결선: 꺾임 3">
            <a:extLst>
              <a:ext uri="{FF2B5EF4-FFF2-40B4-BE49-F238E27FC236}">
                <a16:creationId xmlns:a16="http://schemas.microsoft.com/office/drawing/2014/main" id="{39D9CE10-E0A3-4886-B97E-46D8B515A968}"/>
              </a:ext>
            </a:extLst>
          </p:cNvPr>
          <p:cNvCxnSpPr>
            <a:cxnSpLocks/>
            <a:stCxn id="95" idx="3"/>
            <a:endCxn id="70" idx="1"/>
          </p:cNvCxnSpPr>
          <p:nvPr/>
        </p:nvCxnSpPr>
        <p:spPr>
          <a:xfrm flipV="1">
            <a:off x="784927" y="1308594"/>
            <a:ext cx="212431" cy="14866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연결선: 꺾임 3">
            <a:extLst>
              <a:ext uri="{FF2B5EF4-FFF2-40B4-BE49-F238E27FC236}">
                <a16:creationId xmlns:a16="http://schemas.microsoft.com/office/drawing/2014/main" id="{7FCA992C-099D-4EC0-9FCC-F12DD5D50B06}"/>
              </a:ext>
            </a:extLst>
          </p:cNvPr>
          <p:cNvCxnSpPr>
            <a:cxnSpLocks/>
            <a:stCxn id="49" idx="3"/>
            <a:endCxn id="28" idx="1"/>
          </p:cNvCxnSpPr>
          <p:nvPr/>
        </p:nvCxnSpPr>
        <p:spPr>
          <a:xfrm flipH="1">
            <a:off x="1436279" y="1921589"/>
            <a:ext cx="5476361" cy="1090144"/>
          </a:xfrm>
          <a:prstGeom prst="bentConnector5">
            <a:avLst>
              <a:gd name="adj1" fmla="val -4174"/>
              <a:gd name="adj2" fmla="val 24641"/>
              <a:gd name="adj3" fmla="val 10417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도형 81">
            <a:extLst>
              <a:ext uri="{FF2B5EF4-FFF2-40B4-BE49-F238E27FC236}">
                <a16:creationId xmlns:a16="http://schemas.microsoft.com/office/drawing/2014/main" id="{9333CE8C-1596-4FD7-91CA-F9B0F5553332}"/>
              </a:ext>
            </a:extLst>
          </p:cNvPr>
          <p:cNvSpPr/>
          <p:nvPr/>
        </p:nvSpPr>
        <p:spPr>
          <a:xfrm>
            <a:off x="1438494" y="3974138"/>
            <a:ext cx="1176020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en-US" altLang="ko-KR" sz="1000" dirty="0">
                <a:solidFill>
                  <a:schemeClr val="bg1"/>
                </a:solidFill>
                <a:ea typeface="맑은 고딕"/>
              </a:rPr>
              <a:t>SMS </a:t>
            </a:r>
            <a:r>
              <a:rPr lang="ko-KR" altLang="en-US" sz="1000" dirty="0">
                <a:solidFill>
                  <a:schemeClr val="bg1"/>
                </a:solidFill>
                <a:ea typeface="맑은 고딕"/>
              </a:rPr>
              <a:t>템플릿 목록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59" name="도형 81">
            <a:extLst>
              <a:ext uri="{FF2B5EF4-FFF2-40B4-BE49-F238E27FC236}">
                <a16:creationId xmlns:a16="http://schemas.microsoft.com/office/drawing/2014/main" id="{C19C58BC-2081-4EC9-B14F-7170B46ABB1F}"/>
              </a:ext>
            </a:extLst>
          </p:cNvPr>
          <p:cNvSpPr/>
          <p:nvPr/>
        </p:nvSpPr>
        <p:spPr>
          <a:xfrm>
            <a:off x="2960206" y="3983122"/>
            <a:ext cx="1176020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en-US" altLang="ko-KR" sz="1000" dirty="0">
                <a:solidFill>
                  <a:schemeClr val="bg1"/>
                </a:solidFill>
                <a:ea typeface="맑은 고딕"/>
              </a:rPr>
              <a:t>SMS </a:t>
            </a:r>
            <a:r>
              <a:rPr lang="ko-KR" altLang="en-US" sz="1000" dirty="0">
                <a:solidFill>
                  <a:schemeClr val="bg1"/>
                </a:solidFill>
                <a:ea typeface="맑은 고딕"/>
              </a:rPr>
              <a:t>템플릿 등록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60" name="도형 81">
            <a:extLst>
              <a:ext uri="{FF2B5EF4-FFF2-40B4-BE49-F238E27FC236}">
                <a16:creationId xmlns:a16="http://schemas.microsoft.com/office/drawing/2014/main" id="{DC682FE7-28B6-4164-A070-709E4C660150}"/>
              </a:ext>
            </a:extLst>
          </p:cNvPr>
          <p:cNvSpPr/>
          <p:nvPr/>
        </p:nvSpPr>
        <p:spPr>
          <a:xfrm>
            <a:off x="2960206" y="4398782"/>
            <a:ext cx="1176016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en-US" altLang="ko-KR" sz="1000" dirty="0">
                <a:solidFill>
                  <a:schemeClr val="bg1"/>
                </a:solidFill>
                <a:ea typeface="맑은 고딕"/>
              </a:rPr>
              <a:t>SMS </a:t>
            </a:r>
            <a:r>
              <a:rPr lang="ko-KR" altLang="en-US" sz="1000" dirty="0">
                <a:solidFill>
                  <a:schemeClr val="bg1"/>
                </a:solidFill>
                <a:ea typeface="맑은 고딕"/>
              </a:rPr>
              <a:t>템플릿 수정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61" name="도형 81">
            <a:extLst>
              <a:ext uri="{FF2B5EF4-FFF2-40B4-BE49-F238E27FC236}">
                <a16:creationId xmlns:a16="http://schemas.microsoft.com/office/drawing/2014/main" id="{381684D6-D6B2-46D1-8B1E-57AE7BE9876D}"/>
              </a:ext>
            </a:extLst>
          </p:cNvPr>
          <p:cNvSpPr/>
          <p:nvPr/>
        </p:nvSpPr>
        <p:spPr>
          <a:xfrm>
            <a:off x="2960206" y="4787763"/>
            <a:ext cx="1169849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en-US" altLang="ko-KR" sz="1000" dirty="0">
                <a:solidFill>
                  <a:schemeClr val="bg1"/>
                </a:solidFill>
                <a:ea typeface="맑은 고딕"/>
              </a:rPr>
              <a:t>SMS </a:t>
            </a:r>
            <a:r>
              <a:rPr lang="ko-KR" altLang="en-US" sz="1000" dirty="0">
                <a:solidFill>
                  <a:schemeClr val="bg1"/>
                </a:solidFill>
                <a:ea typeface="맑은 고딕"/>
              </a:rPr>
              <a:t>템플릿 삭제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65" name="도형 81">
            <a:extLst>
              <a:ext uri="{FF2B5EF4-FFF2-40B4-BE49-F238E27FC236}">
                <a16:creationId xmlns:a16="http://schemas.microsoft.com/office/drawing/2014/main" id="{5EE5694F-1607-4454-8F93-3D9F85167B46}"/>
              </a:ext>
            </a:extLst>
          </p:cNvPr>
          <p:cNvSpPr/>
          <p:nvPr/>
        </p:nvSpPr>
        <p:spPr>
          <a:xfrm>
            <a:off x="1431819" y="3274678"/>
            <a:ext cx="1176020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전송메시지 확인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cxnSp>
        <p:nvCxnSpPr>
          <p:cNvPr id="67" name="연결선: 꺾임 3">
            <a:extLst>
              <a:ext uri="{FF2B5EF4-FFF2-40B4-BE49-F238E27FC236}">
                <a16:creationId xmlns:a16="http://schemas.microsoft.com/office/drawing/2014/main" id="{2FA43146-A980-4AEE-BA5F-601E8E96B851}"/>
              </a:ext>
            </a:extLst>
          </p:cNvPr>
          <p:cNvCxnSpPr>
            <a:cxnSpLocks/>
            <a:stCxn id="49" idx="3"/>
            <a:endCxn id="65" idx="1"/>
          </p:cNvCxnSpPr>
          <p:nvPr/>
        </p:nvCxnSpPr>
        <p:spPr>
          <a:xfrm flipH="1">
            <a:off x="1431819" y="1921589"/>
            <a:ext cx="5480821" cy="1520412"/>
          </a:xfrm>
          <a:prstGeom prst="bentConnector5">
            <a:avLst>
              <a:gd name="adj1" fmla="val -4171"/>
              <a:gd name="adj2" fmla="val 17132"/>
              <a:gd name="adj3" fmla="val 10417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연결선: 꺾임 3">
            <a:extLst>
              <a:ext uri="{FF2B5EF4-FFF2-40B4-BE49-F238E27FC236}">
                <a16:creationId xmlns:a16="http://schemas.microsoft.com/office/drawing/2014/main" id="{B7924113-C0B1-4437-921A-0B7411558011}"/>
              </a:ext>
            </a:extLst>
          </p:cNvPr>
          <p:cNvCxnSpPr>
            <a:cxnSpLocks/>
            <a:stCxn id="49" idx="3"/>
            <a:endCxn id="58" idx="1"/>
          </p:cNvCxnSpPr>
          <p:nvPr/>
        </p:nvCxnSpPr>
        <p:spPr>
          <a:xfrm flipH="1">
            <a:off x="1438494" y="1921589"/>
            <a:ext cx="5474146" cy="2219872"/>
          </a:xfrm>
          <a:prstGeom prst="bentConnector5">
            <a:avLst>
              <a:gd name="adj1" fmla="val -4176"/>
              <a:gd name="adj2" fmla="val 11682"/>
              <a:gd name="adj3" fmla="val 10417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연결선: 꺾임 3">
            <a:extLst>
              <a:ext uri="{FF2B5EF4-FFF2-40B4-BE49-F238E27FC236}">
                <a16:creationId xmlns:a16="http://schemas.microsoft.com/office/drawing/2014/main" id="{09EA99F7-7962-43B9-90F6-0A0A7713C5BE}"/>
              </a:ext>
            </a:extLst>
          </p:cNvPr>
          <p:cNvCxnSpPr>
            <a:cxnSpLocks/>
            <a:stCxn id="58" idx="3"/>
            <a:endCxn id="61" idx="1"/>
          </p:cNvCxnSpPr>
          <p:nvPr/>
        </p:nvCxnSpPr>
        <p:spPr>
          <a:xfrm>
            <a:off x="2614514" y="4141461"/>
            <a:ext cx="345692" cy="8136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연결선: 꺾임 3">
            <a:extLst>
              <a:ext uri="{FF2B5EF4-FFF2-40B4-BE49-F238E27FC236}">
                <a16:creationId xmlns:a16="http://schemas.microsoft.com/office/drawing/2014/main" id="{55197F2E-7ECF-4E33-90DE-C9AC673A8353}"/>
              </a:ext>
            </a:extLst>
          </p:cNvPr>
          <p:cNvCxnSpPr>
            <a:cxnSpLocks/>
            <a:stCxn id="58" idx="3"/>
            <a:endCxn id="60" idx="1"/>
          </p:cNvCxnSpPr>
          <p:nvPr/>
        </p:nvCxnSpPr>
        <p:spPr>
          <a:xfrm>
            <a:off x="2614514" y="4141461"/>
            <a:ext cx="345692" cy="42464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96">
            <a:extLst>
              <a:ext uri="{FF2B5EF4-FFF2-40B4-BE49-F238E27FC236}">
                <a16:creationId xmlns:a16="http://schemas.microsoft.com/office/drawing/2014/main" id="{6D45752F-78F2-423C-B10A-1AD5F67C032F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>
            <a:off x="2614514" y="4141461"/>
            <a:ext cx="345692" cy="8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도형 94">
            <a:extLst>
              <a:ext uri="{FF2B5EF4-FFF2-40B4-BE49-F238E27FC236}">
                <a16:creationId xmlns:a16="http://schemas.microsoft.com/office/drawing/2014/main" id="{A5F839AA-0332-466C-AFDA-1EF655ECB83B}"/>
              </a:ext>
            </a:extLst>
          </p:cNvPr>
          <p:cNvSpPr/>
          <p:nvPr/>
        </p:nvSpPr>
        <p:spPr>
          <a:xfrm>
            <a:off x="7767270" y="3403612"/>
            <a:ext cx="1176020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기관 직원 등록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89" name="도형 94">
            <a:extLst>
              <a:ext uri="{FF2B5EF4-FFF2-40B4-BE49-F238E27FC236}">
                <a16:creationId xmlns:a16="http://schemas.microsoft.com/office/drawing/2014/main" id="{6EC3CD1B-ECE2-497B-877C-00C7DE597325}"/>
              </a:ext>
            </a:extLst>
          </p:cNvPr>
          <p:cNvSpPr/>
          <p:nvPr/>
        </p:nvSpPr>
        <p:spPr>
          <a:xfrm>
            <a:off x="7778372" y="3816012"/>
            <a:ext cx="1176020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기관 직원 수정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91" name="도형 94">
            <a:extLst>
              <a:ext uri="{FF2B5EF4-FFF2-40B4-BE49-F238E27FC236}">
                <a16:creationId xmlns:a16="http://schemas.microsoft.com/office/drawing/2014/main" id="{EDAF6091-409A-405E-A4F2-6858973063C8}"/>
              </a:ext>
            </a:extLst>
          </p:cNvPr>
          <p:cNvSpPr/>
          <p:nvPr/>
        </p:nvSpPr>
        <p:spPr>
          <a:xfrm>
            <a:off x="7767270" y="4228412"/>
            <a:ext cx="1176020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기관 직원 삭제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2D1F9547-F0AD-4886-A193-4F3953D6F998}"/>
              </a:ext>
            </a:extLst>
          </p:cNvPr>
          <p:cNvCxnSpPr>
            <a:cxnSpLocks/>
            <a:stCxn id="78" idx="3"/>
            <a:endCxn id="91" idx="1"/>
          </p:cNvCxnSpPr>
          <p:nvPr/>
        </p:nvCxnSpPr>
        <p:spPr>
          <a:xfrm>
            <a:off x="7497438" y="3570935"/>
            <a:ext cx="269832" cy="8248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248633DE-8C03-4198-94FA-B9746C302FF5}"/>
              </a:ext>
            </a:extLst>
          </p:cNvPr>
          <p:cNvCxnSpPr>
            <a:cxnSpLocks/>
            <a:stCxn id="78" idx="3"/>
            <a:endCxn id="89" idx="1"/>
          </p:cNvCxnSpPr>
          <p:nvPr/>
        </p:nvCxnSpPr>
        <p:spPr>
          <a:xfrm>
            <a:off x="7497438" y="3570935"/>
            <a:ext cx="280934" cy="4124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52">
            <a:extLst>
              <a:ext uri="{FF2B5EF4-FFF2-40B4-BE49-F238E27FC236}">
                <a16:creationId xmlns:a16="http://schemas.microsoft.com/office/drawing/2014/main" id="{4E01D039-D9EA-4972-A54F-2B2EB137B44C}"/>
              </a:ext>
            </a:extLst>
          </p:cNvPr>
          <p:cNvCxnSpPr>
            <a:cxnSpLocks/>
            <a:stCxn id="78" idx="3"/>
            <a:endCxn id="88" idx="1"/>
          </p:cNvCxnSpPr>
          <p:nvPr/>
        </p:nvCxnSpPr>
        <p:spPr>
          <a:xfrm>
            <a:off x="7497438" y="3570935"/>
            <a:ext cx="2698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연결선: 꺾임 3">
            <a:extLst>
              <a:ext uri="{FF2B5EF4-FFF2-40B4-BE49-F238E27FC236}">
                <a16:creationId xmlns:a16="http://schemas.microsoft.com/office/drawing/2014/main" id="{DB230F73-71B6-4C85-98DF-B0D93AEBD7CA}"/>
              </a:ext>
            </a:extLst>
          </p:cNvPr>
          <p:cNvCxnSpPr>
            <a:cxnSpLocks/>
            <a:stCxn id="95" idx="3"/>
            <a:endCxn id="46" idx="1"/>
          </p:cNvCxnSpPr>
          <p:nvPr/>
        </p:nvCxnSpPr>
        <p:spPr>
          <a:xfrm flipV="1">
            <a:off x="784927" y="1921589"/>
            <a:ext cx="212431" cy="8736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도형 94">
            <a:extLst>
              <a:ext uri="{FF2B5EF4-FFF2-40B4-BE49-F238E27FC236}">
                <a16:creationId xmlns:a16="http://schemas.microsoft.com/office/drawing/2014/main" id="{3D1E2EB4-A2D6-44E0-8AA7-1D53515AE7A7}"/>
              </a:ext>
            </a:extLst>
          </p:cNvPr>
          <p:cNvSpPr/>
          <p:nvPr/>
        </p:nvSpPr>
        <p:spPr>
          <a:xfrm>
            <a:off x="7350133" y="2142106"/>
            <a:ext cx="1176020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로그아웃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39" name="도형 94">
            <a:extLst>
              <a:ext uri="{FF2B5EF4-FFF2-40B4-BE49-F238E27FC236}">
                <a16:creationId xmlns:a16="http://schemas.microsoft.com/office/drawing/2014/main" id="{957D95FD-3662-48AD-B075-F5AC680467E6}"/>
              </a:ext>
            </a:extLst>
          </p:cNvPr>
          <p:cNvSpPr/>
          <p:nvPr/>
        </p:nvSpPr>
        <p:spPr>
          <a:xfrm>
            <a:off x="6178956" y="2953200"/>
            <a:ext cx="1176020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내 정보 조회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37" name="도형 94">
            <a:extLst>
              <a:ext uri="{FF2B5EF4-FFF2-40B4-BE49-F238E27FC236}">
                <a16:creationId xmlns:a16="http://schemas.microsoft.com/office/drawing/2014/main" id="{99DE440A-9DDB-437F-9C4E-21A9276D13DB}"/>
              </a:ext>
            </a:extLst>
          </p:cNvPr>
          <p:cNvSpPr/>
          <p:nvPr/>
        </p:nvSpPr>
        <p:spPr>
          <a:xfrm>
            <a:off x="4790505" y="2932666"/>
            <a:ext cx="1176020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마이페이지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cxnSp>
        <p:nvCxnSpPr>
          <p:cNvPr id="82" name="연결선: 꺾임 3">
            <a:extLst>
              <a:ext uri="{FF2B5EF4-FFF2-40B4-BE49-F238E27FC236}">
                <a16:creationId xmlns:a16="http://schemas.microsoft.com/office/drawing/2014/main" id="{7018452B-8F99-4159-A8F6-3B83CDFD9FCD}"/>
              </a:ext>
            </a:extLst>
          </p:cNvPr>
          <p:cNvCxnSpPr>
            <a:cxnSpLocks/>
            <a:stCxn id="49" idx="3"/>
            <a:endCxn id="68" idx="1"/>
          </p:cNvCxnSpPr>
          <p:nvPr/>
        </p:nvCxnSpPr>
        <p:spPr>
          <a:xfrm>
            <a:off x="6912640" y="1921589"/>
            <a:ext cx="437493" cy="387840"/>
          </a:xfrm>
          <a:prstGeom prst="bentConnector3">
            <a:avLst>
              <a:gd name="adj1" fmla="val 5000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619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1"/>
          </p:nvPr>
        </p:nvSpPr>
        <p:spPr>
          <a:xfrm>
            <a:off x="321310" y="-36830"/>
            <a:ext cx="1115695" cy="294640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547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sz="1600" b="1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147588"/>
              </p:ext>
            </p:extLst>
          </p:nvPr>
        </p:nvGraphicFramePr>
        <p:xfrm>
          <a:off x="498475" y="323215"/>
          <a:ext cx="8205470" cy="515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 프로세스 ID</a:t>
                      </a:r>
                      <a:endParaRPr lang="ko-KR" altLang="en-US" sz="1000" b="0" kern="120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en-US" altLang="ko-KR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ko-KR" altLang="en-US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검사소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kern="120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ko-KR" altLang="en-US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</a:t>
                      </a:r>
                      <a:r>
                        <a:rPr lang="en-US" altLang="ko-KR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2.01</a:t>
                      </a:r>
                      <a:r>
                        <a:rPr lang="ko-KR" altLang="en-US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  <a:r>
                        <a:rPr lang="en-US" altLang="ko-KR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01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ko-KR" altLang="en-US" sz="1000" b="0" kern="1200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하기재</a:t>
                      </a:r>
                      <a:endParaRPr lang="en-US" altLang="ko-KR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6" name="텍스트 상자 75"/>
          <p:cNvSpPr txBox="1"/>
          <p:nvPr/>
        </p:nvSpPr>
        <p:spPr>
          <a:xfrm>
            <a:off x="3332480" y="967105"/>
            <a:ext cx="2521585" cy="370614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4921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800" b="0" dirty="0">
                <a:latin typeface="맑은 고딕"/>
                <a:ea typeface="맑은 고딕"/>
              </a:rPr>
              <a:t>검사소</a:t>
            </a:r>
          </a:p>
        </p:txBody>
      </p:sp>
      <p:sp>
        <p:nvSpPr>
          <p:cNvPr id="95" name="도형 94"/>
          <p:cNvSpPr/>
          <p:nvPr/>
        </p:nvSpPr>
        <p:spPr>
          <a:xfrm>
            <a:off x="498475" y="1290911"/>
            <a:ext cx="286452" cy="3329641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홈페이지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70" name="도형 81">
            <a:extLst>
              <a:ext uri="{FF2B5EF4-FFF2-40B4-BE49-F238E27FC236}">
                <a16:creationId xmlns:a16="http://schemas.microsoft.com/office/drawing/2014/main" id="{C68AA807-58E4-4BB6-B9D6-535DCB6F4BDE}"/>
              </a:ext>
            </a:extLst>
          </p:cNvPr>
          <p:cNvSpPr/>
          <p:nvPr/>
        </p:nvSpPr>
        <p:spPr>
          <a:xfrm>
            <a:off x="997358" y="1304896"/>
            <a:ext cx="995071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 err="1">
                <a:solidFill>
                  <a:schemeClr val="bg1"/>
                </a:solidFill>
                <a:latin typeface="맑은 고딕"/>
                <a:ea typeface="맑은 고딕"/>
              </a:rPr>
              <a:t>진단키트관리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2D9B48-DA3E-4C2F-983C-77AF7D4C55B1}"/>
              </a:ext>
            </a:extLst>
          </p:cNvPr>
          <p:cNvSpPr txBox="1"/>
          <p:nvPr/>
        </p:nvSpPr>
        <p:spPr>
          <a:xfrm>
            <a:off x="3731345" y="2213975"/>
            <a:ext cx="9605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92126" eaLnBrk="0">
              <a:defRPr lang="ko-KR" altLang="en-US"/>
            </a:pPr>
            <a:r>
              <a:rPr lang="ko-KR" altLang="en-US" sz="1000" dirty="0">
                <a:ea typeface="맑은 고딕"/>
              </a:rPr>
              <a:t>실패 시</a:t>
            </a:r>
            <a:endParaRPr lang="en-US" altLang="ko-KR" sz="1000" dirty="0">
              <a:ea typeface="맑은 고딕"/>
            </a:endParaRPr>
          </a:p>
          <a:p>
            <a:pPr algn="ctr" defTabSz="492126" eaLnBrk="0">
              <a:defRPr lang="ko-KR" altLang="en-US"/>
            </a:pPr>
            <a:r>
              <a:rPr lang="ko-KR" altLang="en-US" sz="1000" dirty="0">
                <a:ea typeface="맑은 고딕"/>
              </a:rPr>
              <a:t> 경고 창 출력</a:t>
            </a:r>
          </a:p>
        </p:txBody>
      </p:sp>
      <p:sp>
        <p:nvSpPr>
          <p:cNvPr id="59" name="도형 81">
            <a:extLst>
              <a:ext uri="{FF2B5EF4-FFF2-40B4-BE49-F238E27FC236}">
                <a16:creationId xmlns:a16="http://schemas.microsoft.com/office/drawing/2014/main" id="{E868893D-6EF7-44B3-B489-9ACA9B213809}"/>
              </a:ext>
            </a:extLst>
          </p:cNvPr>
          <p:cNvSpPr/>
          <p:nvPr/>
        </p:nvSpPr>
        <p:spPr>
          <a:xfrm>
            <a:off x="997357" y="1770957"/>
            <a:ext cx="995071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 err="1">
                <a:solidFill>
                  <a:schemeClr val="bg1"/>
                </a:solidFill>
                <a:latin typeface="맑은 고딕"/>
                <a:ea typeface="맑은 고딕"/>
              </a:rPr>
              <a:t>문진표</a:t>
            </a: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 목록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60" name="도형 81">
            <a:extLst>
              <a:ext uri="{FF2B5EF4-FFF2-40B4-BE49-F238E27FC236}">
                <a16:creationId xmlns:a16="http://schemas.microsoft.com/office/drawing/2014/main" id="{6DC0A549-717F-4AA8-84C0-92E2165CB54A}"/>
              </a:ext>
            </a:extLst>
          </p:cNvPr>
          <p:cNvSpPr/>
          <p:nvPr/>
        </p:nvSpPr>
        <p:spPr>
          <a:xfrm>
            <a:off x="2523844" y="1770957"/>
            <a:ext cx="995071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시료 검사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요청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0" name="도형 81">
            <a:extLst>
              <a:ext uri="{FF2B5EF4-FFF2-40B4-BE49-F238E27FC236}">
                <a16:creationId xmlns:a16="http://schemas.microsoft.com/office/drawing/2014/main" id="{078DFC38-2444-414D-B33F-B2F623DEEF26}"/>
              </a:ext>
            </a:extLst>
          </p:cNvPr>
          <p:cNvSpPr/>
          <p:nvPr/>
        </p:nvSpPr>
        <p:spPr>
          <a:xfrm>
            <a:off x="3731345" y="1770956"/>
            <a:ext cx="995071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피검자 문진표 전송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1" name="도형 81">
            <a:extLst>
              <a:ext uri="{FF2B5EF4-FFF2-40B4-BE49-F238E27FC236}">
                <a16:creationId xmlns:a16="http://schemas.microsoft.com/office/drawing/2014/main" id="{D88FB5BD-EFA6-434F-BE86-AC2F18483CD2}"/>
              </a:ext>
            </a:extLst>
          </p:cNvPr>
          <p:cNvSpPr/>
          <p:nvPr/>
        </p:nvSpPr>
        <p:spPr>
          <a:xfrm>
            <a:off x="2523843" y="2259120"/>
            <a:ext cx="995071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피검자 문진표 수정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2" name="도형 81">
            <a:extLst>
              <a:ext uri="{FF2B5EF4-FFF2-40B4-BE49-F238E27FC236}">
                <a16:creationId xmlns:a16="http://schemas.microsoft.com/office/drawing/2014/main" id="{5F2CB867-9BB0-44D9-9D42-DCA9D88C51F6}"/>
              </a:ext>
            </a:extLst>
          </p:cNvPr>
          <p:cNvSpPr/>
          <p:nvPr/>
        </p:nvSpPr>
        <p:spPr>
          <a:xfrm>
            <a:off x="2523844" y="2747283"/>
            <a:ext cx="995071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피검자 문진표 삭제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cxnSp>
        <p:nvCxnSpPr>
          <p:cNvPr id="14" name="연결선: 꺾임 3">
            <a:extLst>
              <a:ext uri="{FF2B5EF4-FFF2-40B4-BE49-F238E27FC236}">
                <a16:creationId xmlns:a16="http://schemas.microsoft.com/office/drawing/2014/main" id="{8A630B87-D65A-49F5-A0A8-C09AF6C8EDED}"/>
              </a:ext>
            </a:extLst>
          </p:cNvPr>
          <p:cNvCxnSpPr>
            <a:cxnSpLocks/>
            <a:stCxn id="95" idx="3"/>
            <a:endCxn id="70" idx="1"/>
          </p:cNvCxnSpPr>
          <p:nvPr/>
        </p:nvCxnSpPr>
        <p:spPr>
          <a:xfrm flipV="1">
            <a:off x="784927" y="1472219"/>
            <a:ext cx="212431" cy="148351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연결선: 꺾임 3">
            <a:extLst>
              <a:ext uri="{FF2B5EF4-FFF2-40B4-BE49-F238E27FC236}">
                <a16:creationId xmlns:a16="http://schemas.microsoft.com/office/drawing/2014/main" id="{1171D469-E73F-4DD5-B790-56D484072593}"/>
              </a:ext>
            </a:extLst>
          </p:cNvPr>
          <p:cNvCxnSpPr>
            <a:cxnSpLocks/>
            <a:stCxn id="95" idx="3"/>
            <a:endCxn id="59" idx="1"/>
          </p:cNvCxnSpPr>
          <p:nvPr/>
        </p:nvCxnSpPr>
        <p:spPr>
          <a:xfrm flipV="1">
            <a:off x="784927" y="1938280"/>
            <a:ext cx="212430" cy="10174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연결선: 꺾임 3">
            <a:extLst>
              <a:ext uri="{FF2B5EF4-FFF2-40B4-BE49-F238E27FC236}">
                <a16:creationId xmlns:a16="http://schemas.microsoft.com/office/drawing/2014/main" id="{24729C06-87A8-425D-B812-E4A8B44BC16D}"/>
              </a:ext>
            </a:extLst>
          </p:cNvPr>
          <p:cNvCxnSpPr>
            <a:cxnSpLocks/>
            <a:stCxn id="59" idx="3"/>
            <a:endCxn id="11" idx="1"/>
          </p:cNvCxnSpPr>
          <p:nvPr/>
        </p:nvCxnSpPr>
        <p:spPr>
          <a:xfrm>
            <a:off x="1992428" y="1938280"/>
            <a:ext cx="531415" cy="48816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AD9A3E6-6843-4B86-AC7E-0BCE09218293}"/>
              </a:ext>
            </a:extLst>
          </p:cNvPr>
          <p:cNvCxnSpPr>
            <a:cxnSpLocks/>
            <a:stCxn id="59" idx="3"/>
            <a:endCxn id="60" idx="1"/>
          </p:cNvCxnSpPr>
          <p:nvPr/>
        </p:nvCxnSpPr>
        <p:spPr>
          <a:xfrm>
            <a:off x="1992428" y="1938280"/>
            <a:ext cx="5314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083D5A6-F6EA-491F-9055-D7081E9A5777}"/>
              </a:ext>
            </a:extLst>
          </p:cNvPr>
          <p:cNvCxnSpPr>
            <a:cxnSpLocks/>
            <a:stCxn id="60" idx="3"/>
            <a:endCxn id="10" idx="1"/>
          </p:cNvCxnSpPr>
          <p:nvPr/>
        </p:nvCxnSpPr>
        <p:spPr>
          <a:xfrm flipV="1">
            <a:off x="3518915" y="1938279"/>
            <a:ext cx="21243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5122D41A-F7E2-40F4-9252-7DE35891E612}"/>
              </a:ext>
            </a:extLst>
          </p:cNvPr>
          <p:cNvCxnSpPr>
            <a:stCxn id="59" idx="3"/>
            <a:endCxn id="12" idx="1"/>
          </p:cNvCxnSpPr>
          <p:nvPr/>
        </p:nvCxnSpPr>
        <p:spPr>
          <a:xfrm>
            <a:off x="1992428" y="1938280"/>
            <a:ext cx="531416" cy="976326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949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1"/>
          </p:nvPr>
        </p:nvSpPr>
        <p:spPr>
          <a:xfrm>
            <a:off x="321310" y="-36830"/>
            <a:ext cx="1115695" cy="294640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547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sz="1600" b="1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271096"/>
              </p:ext>
            </p:extLst>
          </p:nvPr>
        </p:nvGraphicFramePr>
        <p:xfrm>
          <a:off x="498475" y="323215"/>
          <a:ext cx="8205470" cy="515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 프로세스 ID</a:t>
                      </a:r>
                      <a:endParaRPr lang="ko-KR" altLang="en-US" sz="1000" b="0" kern="120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en-US" altLang="ko-KR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ko-KR" altLang="en-US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보건소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kern="120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ko-KR" altLang="en-US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</a:t>
                      </a:r>
                      <a:r>
                        <a:rPr lang="en-US" altLang="ko-KR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2.01</a:t>
                      </a:r>
                      <a:r>
                        <a:rPr lang="ko-KR" altLang="en-US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  <a:r>
                        <a:rPr lang="en-US" altLang="ko-KR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01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ko-KR" altLang="en-US" sz="1000" b="0" kern="1200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하기재</a:t>
                      </a:r>
                      <a:endParaRPr lang="en-US" altLang="ko-KR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6" name="텍스트 상자 75"/>
          <p:cNvSpPr txBox="1"/>
          <p:nvPr/>
        </p:nvSpPr>
        <p:spPr>
          <a:xfrm>
            <a:off x="3332480" y="967105"/>
            <a:ext cx="2521585" cy="370614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4921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800" b="0" dirty="0">
                <a:latin typeface="맑은 고딕"/>
                <a:ea typeface="맑은 고딕"/>
              </a:rPr>
              <a:t>보건소</a:t>
            </a:r>
          </a:p>
        </p:txBody>
      </p:sp>
      <p:sp>
        <p:nvSpPr>
          <p:cNvPr id="95" name="도형 94"/>
          <p:cNvSpPr/>
          <p:nvPr/>
        </p:nvSpPr>
        <p:spPr>
          <a:xfrm>
            <a:off x="498475" y="1290911"/>
            <a:ext cx="286452" cy="3329641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홈페이지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70" name="도형 81">
            <a:extLst>
              <a:ext uri="{FF2B5EF4-FFF2-40B4-BE49-F238E27FC236}">
                <a16:creationId xmlns:a16="http://schemas.microsoft.com/office/drawing/2014/main" id="{C68AA807-58E4-4BB6-B9D6-535DCB6F4BDE}"/>
              </a:ext>
            </a:extLst>
          </p:cNvPr>
          <p:cNvSpPr/>
          <p:nvPr/>
        </p:nvSpPr>
        <p:spPr>
          <a:xfrm>
            <a:off x="997358" y="1968288"/>
            <a:ext cx="1023073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ea typeface="맑은 고딕"/>
              </a:rPr>
              <a:t>시료 목록 조회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2D9B48-DA3E-4C2F-983C-77AF7D4C55B1}"/>
              </a:ext>
            </a:extLst>
          </p:cNvPr>
          <p:cNvSpPr txBox="1"/>
          <p:nvPr/>
        </p:nvSpPr>
        <p:spPr>
          <a:xfrm>
            <a:off x="3218182" y="1938069"/>
            <a:ext cx="7409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92126" eaLnBrk="0">
              <a:defRPr lang="ko-KR" altLang="en-US"/>
            </a:pPr>
            <a:r>
              <a:rPr lang="en-US" altLang="ko-KR" sz="1000" dirty="0">
                <a:ea typeface="맑은 고딕"/>
              </a:rPr>
              <a:t>SMS</a:t>
            </a:r>
            <a:r>
              <a:rPr lang="ko-KR" altLang="en-US" sz="1000" dirty="0">
                <a:ea typeface="맑은 고딕"/>
              </a:rPr>
              <a:t> 전송</a:t>
            </a:r>
            <a:endParaRPr lang="en-US" altLang="ko-KR" sz="1000" dirty="0">
              <a:ea typeface="맑은 고딕"/>
            </a:endParaRPr>
          </a:p>
        </p:txBody>
      </p:sp>
      <p:sp>
        <p:nvSpPr>
          <p:cNvPr id="8" name="도형 81">
            <a:extLst>
              <a:ext uri="{FF2B5EF4-FFF2-40B4-BE49-F238E27FC236}">
                <a16:creationId xmlns:a16="http://schemas.microsoft.com/office/drawing/2014/main" id="{975E108D-5DB6-47A9-8524-65470D16685F}"/>
              </a:ext>
            </a:extLst>
          </p:cNvPr>
          <p:cNvSpPr/>
          <p:nvPr/>
        </p:nvSpPr>
        <p:spPr>
          <a:xfrm>
            <a:off x="2205741" y="1968288"/>
            <a:ext cx="1023073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ea typeface="맑은 고딕"/>
              </a:rPr>
              <a:t>검사 결과 기입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9" name="도형 81">
            <a:extLst>
              <a:ext uri="{FF2B5EF4-FFF2-40B4-BE49-F238E27FC236}">
                <a16:creationId xmlns:a16="http://schemas.microsoft.com/office/drawing/2014/main" id="{A3FDE31C-6FDB-4F8C-A678-895108800242}"/>
              </a:ext>
            </a:extLst>
          </p:cNvPr>
          <p:cNvSpPr/>
          <p:nvPr/>
        </p:nvSpPr>
        <p:spPr>
          <a:xfrm>
            <a:off x="3980357" y="1974168"/>
            <a:ext cx="1023074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ea typeface="맑은 고딕"/>
              </a:rPr>
              <a:t>검사 결과 목록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0" name="도형 81">
            <a:extLst>
              <a:ext uri="{FF2B5EF4-FFF2-40B4-BE49-F238E27FC236}">
                <a16:creationId xmlns:a16="http://schemas.microsoft.com/office/drawing/2014/main" id="{EF1F7E3B-9B00-4AA2-BB6B-A035FA669814}"/>
              </a:ext>
            </a:extLst>
          </p:cNvPr>
          <p:cNvSpPr/>
          <p:nvPr/>
        </p:nvSpPr>
        <p:spPr>
          <a:xfrm>
            <a:off x="3980356" y="2485161"/>
            <a:ext cx="1023073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병상 신청 대기 환자 목록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1" name="도형 81">
            <a:extLst>
              <a:ext uri="{FF2B5EF4-FFF2-40B4-BE49-F238E27FC236}">
                <a16:creationId xmlns:a16="http://schemas.microsoft.com/office/drawing/2014/main" id="{476A33F3-6FD7-46C8-BB3B-56AB9C85A897}"/>
              </a:ext>
            </a:extLst>
          </p:cNvPr>
          <p:cNvSpPr/>
          <p:nvPr/>
        </p:nvSpPr>
        <p:spPr>
          <a:xfrm>
            <a:off x="5268892" y="2485161"/>
            <a:ext cx="915637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병상 신청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2" name="도형 81">
            <a:extLst>
              <a:ext uri="{FF2B5EF4-FFF2-40B4-BE49-F238E27FC236}">
                <a16:creationId xmlns:a16="http://schemas.microsoft.com/office/drawing/2014/main" id="{19A2FDBC-509E-4E59-8979-6CA8667D7617}"/>
              </a:ext>
            </a:extLst>
          </p:cNvPr>
          <p:cNvSpPr/>
          <p:nvPr/>
        </p:nvSpPr>
        <p:spPr>
          <a:xfrm>
            <a:off x="6449992" y="2480871"/>
            <a:ext cx="915637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병상 신청 완료 목록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cxnSp>
        <p:nvCxnSpPr>
          <p:cNvPr id="19" name="연결선: 꺾임 3">
            <a:extLst>
              <a:ext uri="{FF2B5EF4-FFF2-40B4-BE49-F238E27FC236}">
                <a16:creationId xmlns:a16="http://schemas.microsoft.com/office/drawing/2014/main" id="{3B054FC8-3314-4CA6-8850-D89B5A867729}"/>
              </a:ext>
            </a:extLst>
          </p:cNvPr>
          <p:cNvCxnSpPr>
            <a:cxnSpLocks/>
            <a:stCxn id="95" idx="3"/>
            <a:endCxn id="70" idx="1"/>
          </p:cNvCxnSpPr>
          <p:nvPr/>
        </p:nvCxnSpPr>
        <p:spPr>
          <a:xfrm flipV="1">
            <a:off x="784927" y="2135611"/>
            <a:ext cx="212431" cy="8201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9">
            <a:extLst>
              <a:ext uri="{FF2B5EF4-FFF2-40B4-BE49-F238E27FC236}">
                <a16:creationId xmlns:a16="http://schemas.microsoft.com/office/drawing/2014/main" id="{D0228644-497A-4BF7-A1DB-939AEC0B70EB}"/>
              </a:ext>
            </a:extLst>
          </p:cNvPr>
          <p:cNvCxnSpPr>
            <a:cxnSpLocks/>
            <a:stCxn id="70" idx="3"/>
            <a:endCxn id="8" idx="1"/>
          </p:cNvCxnSpPr>
          <p:nvPr/>
        </p:nvCxnSpPr>
        <p:spPr>
          <a:xfrm>
            <a:off x="2020431" y="2135611"/>
            <a:ext cx="1853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9">
            <a:extLst>
              <a:ext uri="{FF2B5EF4-FFF2-40B4-BE49-F238E27FC236}">
                <a16:creationId xmlns:a16="http://schemas.microsoft.com/office/drawing/2014/main" id="{32A213B8-CD62-4F1B-A807-F39AEBBB581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3228814" y="2135611"/>
            <a:ext cx="751543" cy="5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156F82D-1A34-4447-8A22-489281B34BEB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5003429" y="2652484"/>
            <a:ext cx="2654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연결선: 꺾임 3">
            <a:extLst>
              <a:ext uri="{FF2B5EF4-FFF2-40B4-BE49-F238E27FC236}">
                <a16:creationId xmlns:a16="http://schemas.microsoft.com/office/drawing/2014/main" id="{A6F5E422-0A75-4E60-8EAD-9000EF679E58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3228814" y="2135611"/>
            <a:ext cx="751542" cy="5168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29">
            <a:extLst>
              <a:ext uri="{FF2B5EF4-FFF2-40B4-BE49-F238E27FC236}">
                <a16:creationId xmlns:a16="http://schemas.microsoft.com/office/drawing/2014/main" id="{BB7562EC-6A61-4FE1-9591-0709107AB888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6184529" y="2648194"/>
            <a:ext cx="265463" cy="4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014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1"/>
          </p:nvPr>
        </p:nvSpPr>
        <p:spPr>
          <a:xfrm>
            <a:off x="321310" y="-36830"/>
            <a:ext cx="1115695" cy="294640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547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sz="1600" b="1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882377"/>
              </p:ext>
            </p:extLst>
          </p:nvPr>
        </p:nvGraphicFramePr>
        <p:xfrm>
          <a:off x="498475" y="323215"/>
          <a:ext cx="8205470" cy="515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 프로세스 ID</a:t>
                      </a:r>
                      <a:endParaRPr lang="ko-KR" altLang="en-US" sz="1000" b="0" kern="120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en-US" altLang="ko-KR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ko-KR" altLang="en-US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병원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kern="120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ko-KR" altLang="en-US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</a:t>
                      </a:r>
                      <a:r>
                        <a:rPr lang="en-US" altLang="ko-KR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2.01</a:t>
                      </a:r>
                      <a:r>
                        <a:rPr lang="ko-KR" altLang="en-US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  <a:r>
                        <a:rPr lang="en-US" altLang="ko-KR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01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ko-KR" altLang="en-US" sz="1000" b="0" kern="1200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하기재</a:t>
                      </a:r>
                      <a:endParaRPr lang="en-US" altLang="ko-KR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6" name="텍스트 상자 75"/>
          <p:cNvSpPr txBox="1"/>
          <p:nvPr/>
        </p:nvSpPr>
        <p:spPr>
          <a:xfrm>
            <a:off x="3332480" y="967105"/>
            <a:ext cx="2521585" cy="370614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4921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800" dirty="0">
                <a:latin typeface="맑은 고딕"/>
                <a:ea typeface="맑은 고딕"/>
              </a:rPr>
              <a:t>병원</a:t>
            </a:r>
            <a:endParaRPr lang="ko-KR" altLang="en-US" sz="1800" b="0" dirty="0">
              <a:latin typeface="맑은 고딕"/>
              <a:ea typeface="맑은 고딕"/>
            </a:endParaRPr>
          </a:p>
        </p:txBody>
      </p:sp>
      <p:sp>
        <p:nvSpPr>
          <p:cNvPr id="95" name="도형 94"/>
          <p:cNvSpPr/>
          <p:nvPr/>
        </p:nvSpPr>
        <p:spPr>
          <a:xfrm>
            <a:off x="498475" y="1290911"/>
            <a:ext cx="286452" cy="3329641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홈페이지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2D9B48-DA3E-4C2F-983C-77AF7D4C55B1}"/>
              </a:ext>
            </a:extLst>
          </p:cNvPr>
          <p:cNvSpPr txBox="1"/>
          <p:nvPr/>
        </p:nvSpPr>
        <p:spPr>
          <a:xfrm>
            <a:off x="3122824" y="3271524"/>
            <a:ext cx="9605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92126" eaLnBrk="0">
              <a:defRPr lang="ko-KR" altLang="en-US"/>
            </a:pPr>
            <a:r>
              <a:rPr lang="ko-KR" altLang="en-US" sz="1000" dirty="0">
                <a:ea typeface="맑은 고딕"/>
              </a:rPr>
              <a:t>실패 시</a:t>
            </a:r>
            <a:endParaRPr lang="en-US" altLang="ko-KR" sz="1000" dirty="0">
              <a:ea typeface="맑은 고딕"/>
            </a:endParaRPr>
          </a:p>
          <a:p>
            <a:pPr algn="ctr" defTabSz="492126" eaLnBrk="0">
              <a:defRPr lang="ko-KR" altLang="en-US"/>
            </a:pPr>
            <a:r>
              <a:rPr lang="ko-KR" altLang="en-US" sz="1000" dirty="0">
                <a:ea typeface="맑은 고딕"/>
              </a:rPr>
              <a:t> 경고 창 출력</a:t>
            </a:r>
          </a:p>
        </p:txBody>
      </p:sp>
      <p:sp>
        <p:nvSpPr>
          <p:cNvPr id="8" name="도형 81">
            <a:extLst>
              <a:ext uri="{FF2B5EF4-FFF2-40B4-BE49-F238E27FC236}">
                <a16:creationId xmlns:a16="http://schemas.microsoft.com/office/drawing/2014/main" id="{926D3695-7A9E-4BED-9211-3F13CC249BAD}"/>
              </a:ext>
            </a:extLst>
          </p:cNvPr>
          <p:cNvSpPr/>
          <p:nvPr/>
        </p:nvSpPr>
        <p:spPr>
          <a:xfrm>
            <a:off x="1027916" y="1304173"/>
            <a:ext cx="995071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병원 배정 확진자 목록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9" name="도형 81">
            <a:extLst>
              <a:ext uri="{FF2B5EF4-FFF2-40B4-BE49-F238E27FC236}">
                <a16:creationId xmlns:a16="http://schemas.microsoft.com/office/drawing/2014/main" id="{2CFAFC0E-88D4-4B45-8CF7-03CF39FEA6AA}"/>
              </a:ext>
            </a:extLst>
          </p:cNvPr>
          <p:cNvSpPr/>
          <p:nvPr/>
        </p:nvSpPr>
        <p:spPr>
          <a:xfrm>
            <a:off x="996016" y="2922538"/>
            <a:ext cx="995071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입원 환자 목록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0" name="도형 81">
            <a:extLst>
              <a:ext uri="{FF2B5EF4-FFF2-40B4-BE49-F238E27FC236}">
                <a16:creationId xmlns:a16="http://schemas.microsoft.com/office/drawing/2014/main" id="{FF70DF91-19EA-4BD6-9C35-23A4BC06C881}"/>
              </a:ext>
            </a:extLst>
          </p:cNvPr>
          <p:cNvSpPr/>
          <p:nvPr/>
        </p:nvSpPr>
        <p:spPr>
          <a:xfrm>
            <a:off x="2234074" y="3430256"/>
            <a:ext cx="995071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사망자 처리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2" name="도형 81">
            <a:extLst>
              <a:ext uri="{FF2B5EF4-FFF2-40B4-BE49-F238E27FC236}">
                <a16:creationId xmlns:a16="http://schemas.microsoft.com/office/drawing/2014/main" id="{C3943382-3FCD-456D-80A9-31366FB5AD3A}"/>
              </a:ext>
            </a:extLst>
          </p:cNvPr>
          <p:cNvSpPr/>
          <p:nvPr/>
        </p:nvSpPr>
        <p:spPr>
          <a:xfrm>
            <a:off x="2234075" y="2911543"/>
            <a:ext cx="995071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재검신청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3" name="도형 81">
            <a:extLst>
              <a:ext uri="{FF2B5EF4-FFF2-40B4-BE49-F238E27FC236}">
                <a16:creationId xmlns:a16="http://schemas.microsoft.com/office/drawing/2014/main" id="{16749C93-67F3-4B5A-A2A4-ACA199C29B86}"/>
              </a:ext>
            </a:extLst>
          </p:cNvPr>
          <p:cNvSpPr/>
          <p:nvPr/>
        </p:nvSpPr>
        <p:spPr>
          <a:xfrm>
            <a:off x="3472137" y="2904160"/>
            <a:ext cx="995071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재검신청 목록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4" name="도형 81">
            <a:extLst>
              <a:ext uri="{FF2B5EF4-FFF2-40B4-BE49-F238E27FC236}">
                <a16:creationId xmlns:a16="http://schemas.microsoft.com/office/drawing/2014/main" id="{803BFCDC-E3FC-49FC-81A0-069060DA8624}"/>
              </a:ext>
            </a:extLst>
          </p:cNvPr>
          <p:cNvSpPr/>
          <p:nvPr/>
        </p:nvSpPr>
        <p:spPr>
          <a:xfrm>
            <a:off x="3955292" y="1837653"/>
            <a:ext cx="995071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타 병원 잔여병상 조회 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5" name="도형 81">
            <a:extLst>
              <a:ext uri="{FF2B5EF4-FFF2-40B4-BE49-F238E27FC236}">
                <a16:creationId xmlns:a16="http://schemas.microsoft.com/office/drawing/2014/main" id="{EA3E9F90-6810-4157-BC74-5403D08DF655}"/>
              </a:ext>
            </a:extLst>
          </p:cNvPr>
          <p:cNvSpPr/>
          <p:nvPr/>
        </p:nvSpPr>
        <p:spPr>
          <a:xfrm>
            <a:off x="5195085" y="1832238"/>
            <a:ext cx="995071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병상신청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6" name="도형 81">
            <a:extLst>
              <a:ext uri="{FF2B5EF4-FFF2-40B4-BE49-F238E27FC236}">
                <a16:creationId xmlns:a16="http://schemas.microsoft.com/office/drawing/2014/main" id="{75460E3D-F96E-49F2-8677-28E93F7F9853}"/>
              </a:ext>
            </a:extLst>
          </p:cNvPr>
          <p:cNvSpPr/>
          <p:nvPr/>
        </p:nvSpPr>
        <p:spPr>
          <a:xfrm>
            <a:off x="6434878" y="1813320"/>
            <a:ext cx="995071" cy="368019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병상 신청 완료 목록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7" name="도형 81">
            <a:extLst>
              <a:ext uri="{FF2B5EF4-FFF2-40B4-BE49-F238E27FC236}">
                <a16:creationId xmlns:a16="http://schemas.microsoft.com/office/drawing/2014/main" id="{33BBA7C7-0345-4E65-91E1-36F0B2D4EACC}"/>
              </a:ext>
            </a:extLst>
          </p:cNvPr>
          <p:cNvSpPr/>
          <p:nvPr/>
        </p:nvSpPr>
        <p:spPr>
          <a:xfrm>
            <a:off x="2738490" y="1290911"/>
            <a:ext cx="995071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진단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8" name="도형 81">
            <a:extLst>
              <a:ext uri="{FF2B5EF4-FFF2-40B4-BE49-F238E27FC236}">
                <a16:creationId xmlns:a16="http://schemas.microsoft.com/office/drawing/2014/main" id="{BCBE3903-8717-4185-AE0F-9B22B7D29A99}"/>
              </a:ext>
            </a:extLst>
          </p:cNvPr>
          <p:cNvSpPr/>
          <p:nvPr/>
        </p:nvSpPr>
        <p:spPr>
          <a:xfrm>
            <a:off x="3955292" y="2406777"/>
            <a:ext cx="995071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생활 치료 센터 목록 조회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9" name="도형 81">
            <a:extLst>
              <a:ext uri="{FF2B5EF4-FFF2-40B4-BE49-F238E27FC236}">
                <a16:creationId xmlns:a16="http://schemas.microsoft.com/office/drawing/2014/main" id="{8E9E8C14-8607-4C1D-9FCA-68FB171440AA}"/>
              </a:ext>
            </a:extLst>
          </p:cNvPr>
          <p:cNvSpPr/>
          <p:nvPr/>
        </p:nvSpPr>
        <p:spPr>
          <a:xfrm>
            <a:off x="5195085" y="2400202"/>
            <a:ext cx="995071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생활 치료 센터 입소 신청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20" name="도형 81">
            <a:extLst>
              <a:ext uri="{FF2B5EF4-FFF2-40B4-BE49-F238E27FC236}">
                <a16:creationId xmlns:a16="http://schemas.microsoft.com/office/drawing/2014/main" id="{5D1A28E1-1878-4BDA-837D-C292F5A918CF}"/>
              </a:ext>
            </a:extLst>
          </p:cNvPr>
          <p:cNvSpPr/>
          <p:nvPr/>
        </p:nvSpPr>
        <p:spPr>
          <a:xfrm>
            <a:off x="1011965" y="4028040"/>
            <a:ext cx="995071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병상 조회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21" name="도형 81">
            <a:extLst>
              <a:ext uri="{FF2B5EF4-FFF2-40B4-BE49-F238E27FC236}">
                <a16:creationId xmlns:a16="http://schemas.microsoft.com/office/drawing/2014/main" id="{1F4BC3EC-6B3E-42AA-B77B-011AB0B4755D}"/>
              </a:ext>
            </a:extLst>
          </p:cNvPr>
          <p:cNvSpPr/>
          <p:nvPr/>
        </p:nvSpPr>
        <p:spPr>
          <a:xfrm>
            <a:off x="2265972" y="4024443"/>
            <a:ext cx="995071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병상 등록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22" name="도형 81">
            <a:extLst>
              <a:ext uri="{FF2B5EF4-FFF2-40B4-BE49-F238E27FC236}">
                <a16:creationId xmlns:a16="http://schemas.microsoft.com/office/drawing/2014/main" id="{14193E87-B8FC-49EB-B064-03DAAD10D7B6}"/>
              </a:ext>
            </a:extLst>
          </p:cNvPr>
          <p:cNvSpPr/>
          <p:nvPr/>
        </p:nvSpPr>
        <p:spPr>
          <a:xfrm>
            <a:off x="2265976" y="4406523"/>
            <a:ext cx="995071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병상 수정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23" name="도형 81">
            <a:extLst>
              <a:ext uri="{FF2B5EF4-FFF2-40B4-BE49-F238E27FC236}">
                <a16:creationId xmlns:a16="http://schemas.microsoft.com/office/drawing/2014/main" id="{38E87BE7-46CB-4CBA-97EF-700310095692}"/>
              </a:ext>
            </a:extLst>
          </p:cNvPr>
          <p:cNvSpPr/>
          <p:nvPr/>
        </p:nvSpPr>
        <p:spPr>
          <a:xfrm>
            <a:off x="2265971" y="4799237"/>
            <a:ext cx="995071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병상 삭제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24" name="도형 81">
            <a:extLst>
              <a:ext uri="{FF2B5EF4-FFF2-40B4-BE49-F238E27FC236}">
                <a16:creationId xmlns:a16="http://schemas.microsoft.com/office/drawing/2014/main" id="{0990A503-07DC-4432-878F-5A54200DF99A}"/>
              </a:ext>
            </a:extLst>
          </p:cNvPr>
          <p:cNvSpPr/>
          <p:nvPr/>
        </p:nvSpPr>
        <p:spPr>
          <a:xfrm>
            <a:off x="3955291" y="1284939"/>
            <a:ext cx="995071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입원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47E7E36B-C313-458B-8DF3-5795467D83F5}"/>
              </a:ext>
            </a:extLst>
          </p:cNvPr>
          <p:cNvCxnSpPr>
            <a:cxnSpLocks/>
            <a:stCxn id="95" idx="3"/>
            <a:endCxn id="8" idx="1"/>
          </p:cNvCxnSpPr>
          <p:nvPr/>
        </p:nvCxnSpPr>
        <p:spPr>
          <a:xfrm flipV="1">
            <a:off x="784927" y="1471496"/>
            <a:ext cx="242989" cy="14842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4">
            <a:extLst>
              <a:ext uri="{FF2B5EF4-FFF2-40B4-BE49-F238E27FC236}">
                <a16:creationId xmlns:a16="http://schemas.microsoft.com/office/drawing/2014/main" id="{13BCF8F7-E62E-42A7-B119-5EA1CA6D4D65}"/>
              </a:ext>
            </a:extLst>
          </p:cNvPr>
          <p:cNvCxnSpPr>
            <a:cxnSpLocks/>
            <a:stCxn id="95" idx="3"/>
            <a:endCxn id="9" idx="1"/>
          </p:cNvCxnSpPr>
          <p:nvPr/>
        </p:nvCxnSpPr>
        <p:spPr>
          <a:xfrm>
            <a:off x="784927" y="2955732"/>
            <a:ext cx="211089" cy="13412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or: Elbow 24">
            <a:extLst>
              <a:ext uri="{FF2B5EF4-FFF2-40B4-BE49-F238E27FC236}">
                <a16:creationId xmlns:a16="http://schemas.microsoft.com/office/drawing/2014/main" id="{58288698-560B-49EC-9708-00639E7526A0}"/>
              </a:ext>
            </a:extLst>
          </p:cNvPr>
          <p:cNvCxnSpPr>
            <a:cxnSpLocks/>
            <a:stCxn id="95" idx="3"/>
            <a:endCxn id="20" idx="1"/>
          </p:cNvCxnSpPr>
          <p:nvPr/>
        </p:nvCxnSpPr>
        <p:spPr>
          <a:xfrm>
            <a:off x="784927" y="2955732"/>
            <a:ext cx="227038" cy="12396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29">
            <a:extLst>
              <a:ext uri="{FF2B5EF4-FFF2-40B4-BE49-F238E27FC236}">
                <a16:creationId xmlns:a16="http://schemas.microsoft.com/office/drawing/2014/main" id="{9774D84D-B35D-4B66-ADB8-DA240D62BB1D}"/>
              </a:ext>
            </a:extLst>
          </p:cNvPr>
          <p:cNvCxnSpPr>
            <a:cxnSpLocks/>
            <a:stCxn id="8" idx="3"/>
            <a:endCxn id="17" idx="1"/>
          </p:cNvCxnSpPr>
          <p:nvPr/>
        </p:nvCxnSpPr>
        <p:spPr>
          <a:xfrm flipV="1">
            <a:off x="2022987" y="1458234"/>
            <a:ext cx="715503" cy="13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29">
            <a:extLst>
              <a:ext uri="{FF2B5EF4-FFF2-40B4-BE49-F238E27FC236}">
                <a16:creationId xmlns:a16="http://schemas.microsoft.com/office/drawing/2014/main" id="{B657B5FC-3F34-440A-B17C-0CC2066202E8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4950363" y="1999561"/>
            <a:ext cx="244722" cy="5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E2D18B8-D9A4-472A-AC06-53CCEC8A6C04}"/>
              </a:ext>
            </a:extLst>
          </p:cNvPr>
          <p:cNvSpPr txBox="1"/>
          <p:nvPr/>
        </p:nvSpPr>
        <p:spPr>
          <a:xfrm>
            <a:off x="2007036" y="1263847"/>
            <a:ext cx="7425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92126" eaLnBrk="0">
              <a:defRPr lang="ko-KR" altLang="en-US"/>
            </a:pPr>
            <a:r>
              <a:rPr lang="ko-KR" altLang="en-US" sz="1000" dirty="0">
                <a:ea typeface="맑은 고딕"/>
              </a:rPr>
              <a:t>진료 메모</a:t>
            </a:r>
          </a:p>
        </p:txBody>
      </p:sp>
      <p:cxnSp>
        <p:nvCxnSpPr>
          <p:cNvPr id="40" name="Straight Arrow Connector 29">
            <a:extLst>
              <a:ext uri="{FF2B5EF4-FFF2-40B4-BE49-F238E27FC236}">
                <a16:creationId xmlns:a16="http://schemas.microsoft.com/office/drawing/2014/main" id="{C516DE29-9942-4D0B-88DC-76C631B13137}"/>
              </a:ext>
            </a:extLst>
          </p:cNvPr>
          <p:cNvCxnSpPr>
            <a:cxnSpLocks/>
            <a:stCxn id="17" idx="3"/>
            <a:endCxn id="24" idx="1"/>
          </p:cNvCxnSpPr>
          <p:nvPr/>
        </p:nvCxnSpPr>
        <p:spPr>
          <a:xfrm flipV="1">
            <a:off x="3733561" y="1452262"/>
            <a:ext cx="221730" cy="59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24">
            <a:extLst>
              <a:ext uri="{FF2B5EF4-FFF2-40B4-BE49-F238E27FC236}">
                <a16:creationId xmlns:a16="http://schemas.microsoft.com/office/drawing/2014/main" id="{EDE67D8B-15EC-4DD4-89E2-EBA8C8D726E2}"/>
              </a:ext>
            </a:extLst>
          </p:cNvPr>
          <p:cNvCxnSpPr>
            <a:cxnSpLocks/>
            <a:stCxn id="17" idx="3"/>
            <a:endCxn id="14" idx="1"/>
          </p:cNvCxnSpPr>
          <p:nvPr/>
        </p:nvCxnSpPr>
        <p:spPr>
          <a:xfrm>
            <a:off x="3733561" y="1458234"/>
            <a:ext cx="221731" cy="5467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ctor: Elbow 24">
            <a:extLst>
              <a:ext uri="{FF2B5EF4-FFF2-40B4-BE49-F238E27FC236}">
                <a16:creationId xmlns:a16="http://schemas.microsoft.com/office/drawing/2014/main" id="{6B046825-0E7D-4D84-97E8-8B488E415832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3733561" y="1458234"/>
            <a:ext cx="221731" cy="11158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29">
            <a:extLst>
              <a:ext uri="{FF2B5EF4-FFF2-40B4-BE49-F238E27FC236}">
                <a16:creationId xmlns:a16="http://schemas.microsoft.com/office/drawing/2014/main" id="{69BB9EE0-F5AC-4A14-8D87-E1C3A2F24747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6190156" y="1997330"/>
            <a:ext cx="244722" cy="22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29">
            <a:extLst>
              <a:ext uri="{FF2B5EF4-FFF2-40B4-BE49-F238E27FC236}">
                <a16:creationId xmlns:a16="http://schemas.microsoft.com/office/drawing/2014/main" id="{15BFD347-B3C7-4DA5-B78B-AD69AAD6488D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4950363" y="2567525"/>
            <a:ext cx="244722" cy="6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29">
            <a:extLst>
              <a:ext uri="{FF2B5EF4-FFF2-40B4-BE49-F238E27FC236}">
                <a16:creationId xmlns:a16="http://schemas.microsoft.com/office/drawing/2014/main" id="{0EFEA90D-ABC6-4950-8501-D65F479B8899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1991087" y="3078866"/>
            <a:ext cx="242988" cy="10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29">
            <a:extLst>
              <a:ext uri="{FF2B5EF4-FFF2-40B4-BE49-F238E27FC236}">
                <a16:creationId xmlns:a16="http://schemas.microsoft.com/office/drawing/2014/main" id="{3BC6EAFE-9F83-4945-B9B1-BD28670A0BE4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3229146" y="3071483"/>
            <a:ext cx="242991" cy="7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29">
            <a:extLst>
              <a:ext uri="{FF2B5EF4-FFF2-40B4-BE49-F238E27FC236}">
                <a16:creationId xmlns:a16="http://schemas.microsoft.com/office/drawing/2014/main" id="{D924A249-90F1-4B7A-AFB3-0E3349F9A2CD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2007036" y="4191766"/>
            <a:ext cx="258936" cy="3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Connector: Elbow 24">
            <a:extLst>
              <a:ext uri="{FF2B5EF4-FFF2-40B4-BE49-F238E27FC236}">
                <a16:creationId xmlns:a16="http://schemas.microsoft.com/office/drawing/2014/main" id="{C5BA3498-94C9-4736-9E3A-8373415B4C2F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>
            <a:off x="2007036" y="4195363"/>
            <a:ext cx="258940" cy="37848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Connector: Elbow 24">
            <a:extLst>
              <a:ext uri="{FF2B5EF4-FFF2-40B4-BE49-F238E27FC236}">
                <a16:creationId xmlns:a16="http://schemas.microsoft.com/office/drawing/2014/main" id="{A7CBF8F7-6297-4CF5-9620-97790730FA37}"/>
              </a:ext>
            </a:extLst>
          </p:cNvPr>
          <p:cNvCxnSpPr>
            <a:cxnSpLocks/>
            <a:stCxn id="20" idx="3"/>
            <a:endCxn id="23" idx="1"/>
          </p:cNvCxnSpPr>
          <p:nvPr/>
        </p:nvCxnSpPr>
        <p:spPr>
          <a:xfrm>
            <a:off x="2007036" y="4195363"/>
            <a:ext cx="258935" cy="7711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3553671E-499C-442B-8A36-B83A6C3A5687}"/>
              </a:ext>
            </a:extLst>
          </p:cNvPr>
          <p:cNvSpPr txBox="1"/>
          <p:nvPr/>
        </p:nvSpPr>
        <p:spPr>
          <a:xfrm>
            <a:off x="3413447" y="4516686"/>
            <a:ext cx="9605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92126" eaLnBrk="0">
              <a:defRPr lang="ko-KR" altLang="en-US"/>
            </a:pPr>
            <a:r>
              <a:rPr lang="ko-KR" altLang="en-US" sz="1000" dirty="0">
                <a:ea typeface="맑은 고딕"/>
              </a:rPr>
              <a:t>실패 시</a:t>
            </a:r>
            <a:endParaRPr lang="en-US" altLang="ko-KR" sz="1000" dirty="0">
              <a:ea typeface="맑은 고딕"/>
            </a:endParaRPr>
          </a:p>
          <a:p>
            <a:pPr algn="ctr" defTabSz="492126" eaLnBrk="0">
              <a:defRPr lang="ko-KR" altLang="en-US"/>
            </a:pPr>
            <a:r>
              <a:rPr lang="ko-KR" altLang="en-US" sz="1000" dirty="0">
                <a:ea typeface="맑은 고딕"/>
              </a:rPr>
              <a:t> 경고 창 출력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3AF803F-3AD3-41D1-8306-1BCA67CD9A1F}"/>
              </a:ext>
            </a:extLst>
          </p:cNvPr>
          <p:cNvSpPr txBox="1"/>
          <p:nvPr/>
        </p:nvSpPr>
        <p:spPr>
          <a:xfrm>
            <a:off x="6078675" y="2164653"/>
            <a:ext cx="9605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92126" eaLnBrk="0">
              <a:defRPr lang="ko-KR" altLang="en-US"/>
            </a:pPr>
            <a:r>
              <a:rPr lang="ko-KR" altLang="en-US" sz="1000" dirty="0">
                <a:ea typeface="맑은 고딕"/>
              </a:rPr>
              <a:t>실패 시</a:t>
            </a:r>
            <a:endParaRPr lang="en-US" altLang="ko-KR" sz="1000" dirty="0">
              <a:ea typeface="맑은 고딕"/>
            </a:endParaRPr>
          </a:p>
          <a:p>
            <a:pPr algn="ctr" defTabSz="492126" eaLnBrk="0">
              <a:defRPr lang="ko-KR" altLang="en-US"/>
            </a:pPr>
            <a:r>
              <a:rPr lang="ko-KR" altLang="en-US" sz="1000" dirty="0">
                <a:ea typeface="맑은 고딕"/>
              </a:rPr>
              <a:t> 경고 창 출력</a:t>
            </a:r>
          </a:p>
        </p:txBody>
      </p:sp>
    </p:spTree>
    <p:extLst>
      <p:ext uri="{BB962C8B-B14F-4D97-AF65-F5344CB8AC3E}">
        <p14:creationId xmlns:p14="http://schemas.microsoft.com/office/powerpoint/2010/main" val="306136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1"/>
          </p:nvPr>
        </p:nvSpPr>
        <p:spPr>
          <a:xfrm>
            <a:off x="321310" y="-36830"/>
            <a:ext cx="1115695" cy="294640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547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sz="1600" b="1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882734"/>
              </p:ext>
            </p:extLst>
          </p:nvPr>
        </p:nvGraphicFramePr>
        <p:xfrm>
          <a:off x="498475" y="323215"/>
          <a:ext cx="8205470" cy="515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 프로세스 ID</a:t>
                      </a:r>
                      <a:endParaRPr lang="ko-KR" altLang="en-US" sz="1000" b="0" kern="120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en-US" altLang="ko-KR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ko-KR" altLang="en-US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생활치료센터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kern="120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ko-KR" altLang="en-US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</a:t>
                      </a:r>
                      <a:r>
                        <a:rPr lang="en-US" altLang="ko-KR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2.01</a:t>
                      </a:r>
                      <a:r>
                        <a:rPr lang="ko-KR" altLang="en-US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  <a:r>
                        <a:rPr lang="en-US" altLang="ko-KR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01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ko-KR" altLang="en-US" sz="1000" b="0" kern="1200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하기재</a:t>
                      </a:r>
                      <a:endParaRPr lang="en-US" altLang="ko-KR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6" name="텍스트 상자 75"/>
          <p:cNvSpPr txBox="1"/>
          <p:nvPr/>
        </p:nvSpPr>
        <p:spPr>
          <a:xfrm>
            <a:off x="3332480" y="967105"/>
            <a:ext cx="2521585" cy="370614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4921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800" b="0" dirty="0">
                <a:latin typeface="맑은 고딕"/>
                <a:ea typeface="맑은 고딕"/>
              </a:rPr>
              <a:t>생활치료센터</a:t>
            </a:r>
          </a:p>
        </p:txBody>
      </p:sp>
      <p:sp>
        <p:nvSpPr>
          <p:cNvPr id="95" name="도형 94"/>
          <p:cNvSpPr/>
          <p:nvPr/>
        </p:nvSpPr>
        <p:spPr>
          <a:xfrm>
            <a:off x="498475" y="1290911"/>
            <a:ext cx="286452" cy="3329641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홈페이지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8" name="도형 81">
            <a:extLst>
              <a:ext uri="{FF2B5EF4-FFF2-40B4-BE49-F238E27FC236}">
                <a16:creationId xmlns:a16="http://schemas.microsoft.com/office/drawing/2014/main" id="{807592DB-C150-4BDA-AC8A-A200AF756D90}"/>
              </a:ext>
            </a:extLst>
          </p:cNvPr>
          <p:cNvSpPr/>
          <p:nvPr/>
        </p:nvSpPr>
        <p:spPr>
          <a:xfrm>
            <a:off x="1087282" y="2229204"/>
            <a:ext cx="1198719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생활 치료 센터 입소자 목록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0" name="도형 81">
            <a:extLst>
              <a:ext uri="{FF2B5EF4-FFF2-40B4-BE49-F238E27FC236}">
                <a16:creationId xmlns:a16="http://schemas.microsoft.com/office/drawing/2014/main" id="{C6137829-C8EB-496A-949D-F80275B8C0C1}"/>
              </a:ext>
            </a:extLst>
          </p:cNvPr>
          <p:cNvSpPr/>
          <p:nvPr/>
        </p:nvSpPr>
        <p:spPr>
          <a:xfrm>
            <a:off x="4534978" y="2237554"/>
            <a:ext cx="1198719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사망자 처리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1" name="도형 81">
            <a:extLst>
              <a:ext uri="{FF2B5EF4-FFF2-40B4-BE49-F238E27FC236}">
                <a16:creationId xmlns:a16="http://schemas.microsoft.com/office/drawing/2014/main" id="{3CA0A3EB-690B-4705-8E50-AAEAD7CD4AA6}"/>
              </a:ext>
            </a:extLst>
          </p:cNvPr>
          <p:cNvSpPr/>
          <p:nvPr/>
        </p:nvSpPr>
        <p:spPr>
          <a:xfrm>
            <a:off x="4524488" y="2702529"/>
            <a:ext cx="1198719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재검 신청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2" name="도형 81">
            <a:extLst>
              <a:ext uri="{FF2B5EF4-FFF2-40B4-BE49-F238E27FC236}">
                <a16:creationId xmlns:a16="http://schemas.microsoft.com/office/drawing/2014/main" id="{A27C060F-B9F9-4355-821A-E098476B9A70}"/>
              </a:ext>
            </a:extLst>
          </p:cNvPr>
          <p:cNvSpPr/>
          <p:nvPr/>
        </p:nvSpPr>
        <p:spPr>
          <a:xfrm>
            <a:off x="7266509" y="2702529"/>
            <a:ext cx="1198719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재검 신청 목록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3" name="도형 81">
            <a:extLst>
              <a:ext uri="{FF2B5EF4-FFF2-40B4-BE49-F238E27FC236}">
                <a16:creationId xmlns:a16="http://schemas.microsoft.com/office/drawing/2014/main" id="{D737DE1A-CCB3-4185-A067-3A15D2EAADE5}"/>
              </a:ext>
            </a:extLst>
          </p:cNvPr>
          <p:cNvSpPr/>
          <p:nvPr/>
        </p:nvSpPr>
        <p:spPr>
          <a:xfrm>
            <a:off x="5897736" y="2702529"/>
            <a:ext cx="1198719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보건소 목록 조회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4" name="도형 81">
            <a:extLst>
              <a:ext uri="{FF2B5EF4-FFF2-40B4-BE49-F238E27FC236}">
                <a16:creationId xmlns:a16="http://schemas.microsoft.com/office/drawing/2014/main" id="{D95F1053-F076-4409-8121-E5890627B513}"/>
              </a:ext>
            </a:extLst>
          </p:cNvPr>
          <p:cNvSpPr/>
          <p:nvPr/>
        </p:nvSpPr>
        <p:spPr>
          <a:xfrm>
            <a:off x="4528977" y="3170951"/>
            <a:ext cx="1198719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병상 신청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5" name="도형 81">
            <a:extLst>
              <a:ext uri="{FF2B5EF4-FFF2-40B4-BE49-F238E27FC236}">
                <a16:creationId xmlns:a16="http://schemas.microsoft.com/office/drawing/2014/main" id="{6A111F5B-AFCD-4A59-88E3-FE384CCCB838}"/>
              </a:ext>
            </a:extLst>
          </p:cNvPr>
          <p:cNvSpPr/>
          <p:nvPr/>
        </p:nvSpPr>
        <p:spPr>
          <a:xfrm>
            <a:off x="5895048" y="3159854"/>
            <a:ext cx="1198719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병상 신청 목록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6" name="도형 81">
            <a:extLst>
              <a:ext uri="{FF2B5EF4-FFF2-40B4-BE49-F238E27FC236}">
                <a16:creationId xmlns:a16="http://schemas.microsoft.com/office/drawing/2014/main" id="{B8704BA8-5356-44F8-9749-AA113C14E175}"/>
              </a:ext>
            </a:extLst>
          </p:cNvPr>
          <p:cNvSpPr/>
          <p:nvPr/>
        </p:nvSpPr>
        <p:spPr>
          <a:xfrm>
            <a:off x="4534978" y="3632841"/>
            <a:ext cx="1198719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 err="1">
                <a:solidFill>
                  <a:schemeClr val="bg1"/>
                </a:solidFill>
                <a:latin typeface="맑은 고딕"/>
                <a:ea typeface="맑은 고딕"/>
              </a:rPr>
              <a:t>퇴소자</a:t>
            </a: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 처리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7" name="도형 81">
            <a:extLst>
              <a:ext uri="{FF2B5EF4-FFF2-40B4-BE49-F238E27FC236}">
                <a16:creationId xmlns:a16="http://schemas.microsoft.com/office/drawing/2014/main" id="{70C69269-7C34-4C20-9EB7-A53FD125A515}"/>
              </a:ext>
            </a:extLst>
          </p:cNvPr>
          <p:cNvSpPr/>
          <p:nvPr/>
        </p:nvSpPr>
        <p:spPr>
          <a:xfrm>
            <a:off x="5895047" y="3632841"/>
            <a:ext cx="1198719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 err="1">
                <a:solidFill>
                  <a:schemeClr val="bg1"/>
                </a:solidFill>
                <a:latin typeface="맑은 고딕"/>
                <a:ea typeface="맑은 고딕"/>
              </a:rPr>
              <a:t>퇴소자</a:t>
            </a: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 목록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24" name="도형 81">
            <a:extLst>
              <a:ext uri="{FF2B5EF4-FFF2-40B4-BE49-F238E27FC236}">
                <a16:creationId xmlns:a16="http://schemas.microsoft.com/office/drawing/2014/main" id="{A7200EF0-61B9-4820-8076-1FEB82C4854C}"/>
              </a:ext>
            </a:extLst>
          </p:cNvPr>
          <p:cNvSpPr/>
          <p:nvPr/>
        </p:nvSpPr>
        <p:spPr>
          <a:xfrm>
            <a:off x="2468853" y="2232288"/>
            <a:ext cx="1198719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생활 치료 센터 상세 조회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CABBB405-9C12-480B-B014-F0EC7A841347}"/>
              </a:ext>
            </a:extLst>
          </p:cNvPr>
          <p:cNvCxnSpPr>
            <a:cxnSpLocks/>
            <a:stCxn id="95" idx="3"/>
            <a:endCxn id="8" idx="1"/>
          </p:cNvCxnSpPr>
          <p:nvPr/>
        </p:nvCxnSpPr>
        <p:spPr>
          <a:xfrm flipV="1">
            <a:off x="784927" y="2396527"/>
            <a:ext cx="302355" cy="55920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56E3C42-0569-4957-B851-D0BCA2EF2C97}"/>
              </a:ext>
            </a:extLst>
          </p:cNvPr>
          <p:cNvCxnSpPr>
            <a:cxnSpLocks/>
            <a:stCxn id="8" idx="3"/>
            <a:endCxn id="24" idx="1"/>
          </p:cNvCxnSpPr>
          <p:nvPr/>
        </p:nvCxnSpPr>
        <p:spPr>
          <a:xfrm>
            <a:off x="2286001" y="2396527"/>
            <a:ext cx="182852" cy="3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154108F-05CF-4C9E-831D-F19E631EA85E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5723207" y="2869852"/>
            <a:ext cx="174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F6852DD-6A1A-434B-BE0F-ED580A90D8D6}"/>
              </a:ext>
            </a:extLst>
          </p:cNvPr>
          <p:cNvCxnSpPr>
            <a:cxnSpLocks/>
            <a:stCxn id="13" idx="3"/>
            <a:endCxn id="12" idx="1"/>
          </p:cNvCxnSpPr>
          <p:nvPr/>
        </p:nvCxnSpPr>
        <p:spPr>
          <a:xfrm>
            <a:off x="7096455" y="2869852"/>
            <a:ext cx="1700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FF73F43-AF8C-41E6-818E-F8326504FD8A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5727696" y="3327177"/>
            <a:ext cx="167352" cy="11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CB8EF48-FB43-48BC-A2E7-813C775E4769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5733697" y="3800164"/>
            <a:ext cx="1613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85BB61DB-FDD5-403B-953B-8F9EA04D17AA}"/>
              </a:ext>
            </a:extLst>
          </p:cNvPr>
          <p:cNvCxnSpPr>
            <a:cxnSpLocks/>
            <a:stCxn id="24" idx="3"/>
            <a:endCxn id="16" idx="1"/>
          </p:cNvCxnSpPr>
          <p:nvPr/>
        </p:nvCxnSpPr>
        <p:spPr>
          <a:xfrm>
            <a:off x="3667572" y="2399611"/>
            <a:ext cx="867406" cy="14005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0FF6BBF4-EF4A-45B8-8657-43B5667AB908}"/>
              </a:ext>
            </a:extLst>
          </p:cNvPr>
          <p:cNvCxnSpPr>
            <a:cxnSpLocks/>
            <a:stCxn id="24" idx="3"/>
            <a:endCxn id="14" idx="1"/>
          </p:cNvCxnSpPr>
          <p:nvPr/>
        </p:nvCxnSpPr>
        <p:spPr>
          <a:xfrm>
            <a:off x="3667572" y="2399611"/>
            <a:ext cx="861405" cy="93866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3C58F496-86F2-4F80-BCCC-8FBB64E8AE9F}"/>
              </a:ext>
            </a:extLst>
          </p:cNvPr>
          <p:cNvCxnSpPr>
            <a:cxnSpLocks/>
            <a:stCxn id="24" idx="3"/>
            <a:endCxn id="11" idx="1"/>
          </p:cNvCxnSpPr>
          <p:nvPr/>
        </p:nvCxnSpPr>
        <p:spPr>
          <a:xfrm>
            <a:off x="3667572" y="2399611"/>
            <a:ext cx="856916" cy="4702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63DE7F2-1361-4837-BA0E-5FDD251AA728}"/>
              </a:ext>
            </a:extLst>
          </p:cNvPr>
          <p:cNvCxnSpPr>
            <a:cxnSpLocks/>
            <a:stCxn id="24" idx="3"/>
            <a:endCxn id="10" idx="1"/>
          </p:cNvCxnSpPr>
          <p:nvPr/>
        </p:nvCxnSpPr>
        <p:spPr>
          <a:xfrm>
            <a:off x="3667572" y="2399611"/>
            <a:ext cx="867406" cy="5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67B34AD-782F-42F5-AAE0-4DE0C305872C}"/>
              </a:ext>
            </a:extLst>
          </p:cNvPr>
          <p:cNvSpPr txBox="1"/>
          <p:nvPr/>
        </p:nvSpPr>
        <p:spPr>
          <a:xfrm>
            <a:off x="3574458" y="2196472"/>
            <a:ext cx="9605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92126" eaLnBrk="0">
              <a:defRPr lang="ko-KR" altLang="en-US"/>
            </a:pPr>
            <a:r>
              <a:rPr lang="ko-KR" altLang="en-US" sz="1000" dirty="0">
                <a:ea typeface="맑은 고딕"/>
              </a:rPr>
              <a:t>실패 시</a:t>
            </a:r>
            <a:endParaRPr lang="en-US" altLang="ko-KR" sz="1000" dirty="0">
              <a:ea typeface="맑은 고딕"/>
            </a:endParaRPr>
          </a:p>
          <a:p>
            <a:pPr algn="ctr" defTabSz="492126" eaLnBrk="0">
              <a:defRPr lang="ko-KR" altLang="en-US"/>
            </a:pPr>
            <a:r>
              <a:rPr lang="ko-KR" altLang="en-US" sz="1000" dirty="0">
                <a:ea typeface="맑은 고딕"/>
              </a:rPr>
              <a:t> 경고 창 출력</a:t>
            </a:r>
          </a:p>
        </p:txBody>
      </p:sp>
    </p:spTree>
    <p:extLst>
      <p:ext uri="{BB962C8B-B14F-4D97-AF65-F5344CB8AC3E}">
        <p14:creationId xmlns:p14="http://schemas.microsoft.com/office/powerpoint/2010/main" val="602838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개체 틀 35"/>
          <p:cNvSpPr txBox="1">
            <a:spLocks noGrp="1"/>
          </p:cNvSpPr>
          <p:nvPr>
            <p:ph type="title" idx="1"/>
          </p:nvPr>
        </p:nvSpPr>
        <p:spPr>
          <a:xfrm>
            <a:off x="321310" y="-36830"/>
            <a:ext cx="1115695" cy="294640"/>
          </a:xfrm>
          <a:prstGeom prst="rect">
            <a:avLst/>
          </a:prstGeom>
        </p:spPr>
        <p:txBody>
          <a:bodyPr vert="horz" wrap="square" lIns="78105" tIns="38735" rIns="78105" bIns="38735" anchor="ctr">
            <a:noAutofit/>
          </a:bodyPr>
          <a:lstStyle/>
          <a:p>
            <a:pPr marL="0" indent="0" algn="l" defTabSz="7547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en-US" altLang="ko-KR" sz="1600" b="1">
                <a:solidFill>
                  <a:schemeClr val="bg1"/>
                </a:solidFill>
                <a:latin typeface="맑은 고딕"/>
                <a:ea typeface="맑은 고딕"/>
              </a:rPr>
              <a:t>PROCESS</a:t>
            </a:r>
            <a:endParaRPr lang="ko-KR" altLang="en-US" sz="1600" b="1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219448"/>
              </p:ext>
            </p:extLst>
          </p:nvPr>
        </p:nvGraphicFramePr>
        <p:xfrm>
          <a:off x="498475" y="323215"/>
          <a:ext cx="8205470" cy="515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단위 프로세스 ID</a:t>
                      </a:r>
                      <a:endParaRPr lang="ko-KR" altLang="en-US" sz="1000" b="0" kern="120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endParaRPr lang="en-US" altLang="ko-KR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프로세스명</a:t>
                      </a:r>
                      <a:endParaRPr lang="ko-KR" altLang="en-US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ko-KR" altLang="en-US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시스템 관리자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작성일자</a:t>
                      </a:r>
                      <a:endParaRPr lang="ko-KR" altLang="en-US" sz="1000" b="0" kern="120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ko-KR" altLang="en-US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202</a:t>
                      </a:r>
                      <a:r>
                        <a:rPr lang="en-US" altLang="ko-KR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2.01</a:t>
                      </a:r>
                      <a:r>
                        <a:rPr lang="ko-KR" altLang="en-US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  <a:r>
                        <a:rPr lang="en-US" altLang="ko-KR" sz="1000" b="0" kern="1200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01</a:t>
                      </a: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en-US" altLang="ko-KR" sz="1000" b="0" kern="1200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2126" ea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ko-KR" altLang="en-US"/>
                      </a:pPr>
                      <a:r>
                        <a:rPr lang="ko-KR" altLang="en-US" sz="1000" b="0" kern="1200" dirty="0" err="1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하기재</a:t>
                      </a:r>
                      <a:endParaRPr lang="en-US" altLang="ko-KR" sz="1000" b="0" kern="1200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0170" marR="90170" marT="46990" marB="46990" anchor="ctr">
                    <a:solidFill>
                      <a:srgbClr val="4DA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6" name="텍스트 상자 75"/>
          <p:cNvSpPr txBox="1"/>
          <p:nvPr/>
        </p:nvSpPr>
        <p:spPr>
          <a:xfrm>
            <a:off x="3332480" y="967105"/>
            <a:ext cx="2521585" cy="370614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defTabSz="4921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800" b="0" dirty="0">
                <a:latin typeface="맑은 고딕"/>
                <a:ea typeface="맑은 고딕"/>
              </a:rPr>
              <a:t>시스템 관리자</a:t>
            </a:r>
          </a:p>
        </p:txBody>
      </p:sp>
      <p:sp>
        <p:nvSpPr>
          <p:cNvPr id="95" name="도형 94"/>
          <p:cNvSpPr/>
          <p:nvPr/>
        </p:nvSpPr>
        <p:spPr>
          <a:xfrm>
            <a:off x="498475" y="1290911"/>
            <a:ext cx="286452" cy="3329641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marL="0" indent="0"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홈페이지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2D9B48-DA3E-4C2F-983C-77AF7D4C55B1}"/>
              </a:ext>
            </a:extLst>
          </p:cNvPr>
          <p:cNvSpPr txBox="1"/>
          <p:nvPr/>
        </p:nvSpPr>
        <p:spPr>
          <a:xfrm>
            <a:off x="3207887" y="3313914"/>
            <a:ext cx="9605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92126" eaLnBrk="0">
              <a:defRPr lang="ko-KR" altLang="en-US"/>
            </a:pPr>
            <a:r>
              <a:rPr lang="ko-KR" altLang="en-US" sz="1000" dirty="0">
                <a:ea typeface="맑은 고딕"/>
              </a:rPr>
              <a:t>실패 시</a:t>
            </a:r>
            <a:endParaRPr lang="en-US" altLang="ko-KR" sz="1000" dirty="0">
              <a:ea typeface="맑은 고딕"/>
            </a:endParaRPr>
          </a:p>
          <a:p>
            <a:pPr algn="ctr" defTabSz="492126" eaLnBrk="0">
              <a:defRPr lang="ko-KR" altLang="en-US"/>
            </a:pPr>
            <a:r>
              <a:rPr lang="ko-KR" altLang="en-US" sz="1000" dirty="0">
                <a:ea typeface="맑은 고딕"/>
              </a:rPr>
              <a:t> 경고 창 출력</a:t>
            </a:r>
          </a:p>
        </p:txBody>
      </p:sp>
      <p:sp>
        <p:nvSpPr>
          <p:cNvPr id="8" name="도형 81">
            <a:extLst>
              <a:ext uri="{FF2B5EF4-FFF2-40B4-BE49-F238E27FC236}">
                <a16:creationId xmlns:a16="http://schemas.microsoft.com/office/drawing/2014/main" id="{FB8C00FF-3465-449B-97C5-430942F02349}"/>
              </a:ext>
            </a:extLst>
          </p:cNvPr>
          <p:cNvSpPr/>
          <p:nvPr/>
        </p:nvSpPr>
        <p:spPr>
          <a:xfrm>
            <a:off x="1066016" y="1304173"/>
            <a:ext cx="1198719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에러 로그 조회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9" name="도형 81">
            <a:extLst>
              <a:ext uri="{FF2B5EF4-FFF2-40B4-BE49-F238E27FC236}">
                <a16:creationId xmlns:a16="http://schemas.microsoft.com/office/drawing/2014/main" id="{092DDFAF-8B34-42E4-9BCA-D08516DDF6A2}"/>
              </a:ext>
            </a:extLst>
          </p:cNvPr>
          <p:cNvSpPr/>
          <p:nvPr/>
        </p:nvSpPr>
        <p:spPr>
          <a:xfrm>
            <a:off x="1066016" y="1791218"/>
            <a:ext cx="1198719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접속 로그 조회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0" name="도형 81">
            <a:extLst>
              <a:ext uri="{FF2B5EF4-FFF2-40B4-BE49-F238E27FC236}">
                <a16:creationId xmlns:a16="http://schemas.microsoft.com/office/drawing/2014/main" id="{1AE1790C-988C-469C-BB5C-C646843386C0}"/>
              </a:ext>
            </a:extLst>
          </p:cNvPr>
          <p:cNvSpPr/>
          <p:nvPr/>
        </p:nvSpPr>
        <p:spPr>
          <a:xfrm>
            <a:off x="1066016" y="2278263"/>
            <a:ext cx="1198719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피검자 정보 백업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1" name="도형 81">
            <a:extLst>
              <a:ext uri="{FF2B5EF4-FFF2-40B4-BE49-F238E27FC236}">
                <a16:creationId xmlns:a16="http://schemas.microsoft.com/office/drawing/2014/main" id="{C53EE547-BE9D-4D14-A591-6271C0C91B74}"/>
              </a:ext>
            </a:extLst>
          </p:cNvPr>
          <p:cNvSpPr/>
          <p:nvPr/>
        </p:nvSpPr>
        <p:spPr>
          <a:xfrm>
            <a:off x="1076649" y="2775941"/>
            <a:ext cx="1198719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기관 조회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2" name="도형 81">
            <a:extLst>
              <a:ext uri="{FF2B5EF4-FFF2-40B4-BE49-F238E27FC236}">
                <a16:creationId xmlns:a16="http://schemas.microsoft.com/office/drawing/2014/main" id="{01704249-4F2D-40BD-B22E-E0C70A72F7D1}"/>
              </a:ext>
            </a:extLst>
          </p:cNvPr>
          <p:cNvSpPr/>
          <p:nvPr/>
        </p:nvSpPr>
        <p:spPr>
          <a:xfrm>
            <a:off x="2608529" y="2775940"/>
            <a:ext cx="1198719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기관 상세 조회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3" name="도형 81">
            <a:extLst>
              <a:ext uri="{FF2B5EF4-FFF2-40B4-BE49-F238E27FC236}">
                <a16:creationId xmlns:a16="http://schemas.microsoft.com/office/drawing/2014/main" id="{0CA6EF72-458F-4742-8B07-21ADAFF21C8E}"/>
              </a:ext>
            </a:extLst>
          </p:cNvPr>
          <p:cNvSpPr/>
          <p:nvPr/>
        </p:nvSpPr>
        <p:spPr>
          <a:xfrm>
            <a:off x="2608528" y="3750029"/>
            <a:ext cx="1198719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기관 등록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4" name="도형 81">
            <a:extLst>
              <a:ext uri="{FF2B5EF4-FFF2-40B4-BE49-F238E27FC236}">
                <a16:creationId xmlns:a16="http://schemas.microsoft.com/office/drawing/2014/main" id="{35FA8CF2-F774-4A69-B929-CD1960DC9624}"/>
              </a:ext>
            </a:extLst>
          </p:cNvPr>
          <p:cNvSpPr/>
          <p:nvPr/>
        </p:nvSpPr>
        <p:spPr>
          <a:xfrm>
            <a:off x="4225473" y="3262985"/>
            <a:ext cx="1198719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기관 삭제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sp>
        <p:nvSpPr>
          <p:cNvPr id="15" name="도형 81">
            <a:extLst>
              <a:ext uri="{FF2B5EF4-FFF2-40B4-BE49-F238E27FC236}">
                <a16:creationId xmlns:a16="http://schemas.microsoft.com/office/drawing/2014/main" id="{12193FD4-9F2F-4A1F-9747-5E5E2C037A5F}"/>
              </a:ext>
            </a:extLst>
          </p:cNvPr>
          <p:cNvSpPr/>
          <p:nvPr/>
        </p:nvSpPr>
        <p:spPr>
          <a:xfrm>
            <a:off x="4225472" y="2771650"/>
            <a:ext cx="1198719" cy="334645"/>
          </a:xfrm>
          <a:prstGeom prst="roundRect">
            <a:avLst>
              <a:gd name="adj" fmla="val 16667"/>
            </a:avLst>
          </a:prstGeom>
          <a:solidFill>
            <a:srgbClr val="4DACF3"/>
          </a:solidFill>
          <a:ln w="0">
            <a:noFill/>
          </a:ln>
        </p:spPr>
        <p:txBody>
          <a:bodyPr vert="horz" wrap="square" lIns="90170" tIns="45085" rIns="90170" bIns="45085" anchor="ctr">
            <a:noAutofit/>
          </a:bodyPr>
          <a:lstStyle/>
          <a:p>
            <a:pPr algn="ctr" defTabSz="885826" ea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ko-KR" altLang="en-US"/>
            </a:pPr>
            <a:r>
              <a:rPr lang="ko-KR" altLang="en-US" sz="1000" dirty="0">
                <a:solidFill>
                  <a:schemeClr val="bg1"/>
                </a:solidFill>
                <a:latin typeface="맑은 고딕"/>
                <a:ea typeface="맑은 고딕"/>
              </a:rPr>
              <a:t>기관 수정</a:t>
            </a:r>
            <a:endParaRPr lang="en-US" altLang="ko-KR" sz="1000" dirty="0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18C3A78E-4335-40F2-8FED-38A9F1924743}"/>
              </a:ext>
            </a:extLst>
          </p:cNvPr>
          <p:cNvCxnSpPr>
            <a:stCxn id="95" idx="3"/>
            <a:endCxn id="8" idx="1"/>
          </p:cNvCxnSpPr>
          <p:nvPr/>
        </p:nvCxnSpPr>
        <p:spPr>
          <a:xfrm flipV="1">
            <a:off x="784927" y="1471496"/>
            <a:ext cx="281089" cy="148423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9E318CA2-AC86-46F0-944E-33924BE08174}"/>
              </a:ext>
            </a:extLst>
          </p:cNvPr>
          <p:cNvCxnSpPr>
            <a:cxnSpLocks/>
            <a:stCxn id="95" idx="3"/>
            <a:endCxn id="9" idx="1"/>
          </p:cNvCxnSpPr>
          <p:nvPr/>
        </p:nvCxnSpPr>
        <p:spPr>
          <a:xfrm flipV="1">
            <a:off x="784927" y="1958541"/>
            <a:ext cx="281089" cy="9971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5D4CC21-4BF0-445D-9FB9-20FF5CDF841D}"/>
              </a:ext>
            </a:extLst>
          </p:cNvPr>
          <p:cNvCxnSpPr>
            <a:cxnSpLocks/>
            <a:stCxn id="95" idx="3"/>
            <a:endCxn id="10" idx="1"/>
          </p:cNvCxnSpPr>
          <p:nvPr/>
        </p:nvCxnSpPr>
        <p:spPr>
          <a:xfrm flipV="1">
            <a:off x="784927" y="2445586"/>
            <a:ext cx="281089" cy="5101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9B3D4314-86A1-41A3-BA71-E3C43BEC6A70}"/>
              </a:ext>
            </a:extLst>
          </p:cNvPr>
          <p:cNvCxnSpPr>
            <a:cxnSpLocks/>
            <a:stCxn id="95" idx="3"/>
            <a:endCxn id="11" idx="1"/>
          </p:cNvCxnSpPr>
          <p:nvPr/>
        </p:nvCxnSpPr>
        <p:spPr>
          <a:xfrm flipV="1">
            <a:off x="784927" y="2943264"/>
            <a:ext cx="291722" cy="124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50A3A26-8D08-484E-984D-36E9BEBDB678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2275368" y="2943263"/>
            <a:ext cx="33316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9ACCB27-E01D-4679-B1C8-D013BC8311DB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 flipV="1">
            <a:off x="3807248" y="2938973"/>
            <a:ext cx="418224" cy="4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C64C4D18-1E0E-4C54-9F5E-4680D81DB6C7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3807248" y="2943263"/>
            <a:ext cx="418225" cy="4870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A1116F6B-9751-4A49-A87B-8EEC64BFCC01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2275368" y="2943264"/>
            <a:ext cx="333160" cy="9740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593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오피스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896</TotalTime>
  <Words>442</Words>
  <Application>Microsoft Office PowerPoint</Application>
  <PresentationFormat>화면 슬라이드 쇼(16:9)</PresentationFormat>
  <Paragraphs>212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Times New Roman</vt:lpstr>
      <vt:lpstr>오피스 테마</vt:lpstr>
      <vt:lpstr>PowerPoint 프레젠테이션</vt:lpstr>
      <vt:lpstr>INDEX</vt:lpstr>
      <vt:lpstr>PROCESS</vt:lpstr>
      <vt:lpstr>PROCESS</vt:lpstr>
      <vt:lpstr>PROCESS</vt:lpstr>
      <vt:lpstr>PROCESS</vt:lpstr>
      <vt:lpstr>PROCESS</vt:lpstr>
      <vt:lpstr>PROCESS</vt:lpstr>
      <vt:lpstr>PROCESS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Song chi kwon</dc:creator>
  <cp:lastModifiedBy>hagijae</cp:lastModifiedBy>
  <cp:revision>146</cp:revision>
  <dcterms:modified xsi:type="dcterms:W3CDTF">2022-01-05T01:05:35Z</dcterms:modified>
</cp:coreProperties>
</file>